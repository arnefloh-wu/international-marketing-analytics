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60" r:id="rId4"/>
    <p:sldMasterId id="2147483692" r:id="rId5"/>
    <p:sldMasterId id="2147483704" r:id="rId6"/>
  </p:sldMasterIdLst>
  <p:notesMasterIdLst>
    <p:notesMasterId r:id="rId47"/>
  </p:notesMasterIdLst>
  <p:handoutMasterIdLst>
    <p:handoutMasterId r:id="rId48"/>
  </p:handoutMasterIdLst>
  <p:sldIdLst>
    <p:sldId id="256" r:id="rId7"/>
    <p:sldId id="359" r:id="rId8"/>
    <p:sldId id="368" r:id="rId9"/>
    <p:sldId id="355" r:id="rId10"/>
    <p:sldId id="356" r:id="rId11"/>
    <p:sldId id="374" r:id="rId12"/>
    <p:sldId id="357" r:id="rId13"/>
    <p:sldId id="371" r:id="rId14"/>
    <p:sldId id="372" r:id="rId15"/>
    <p:sldId id="319" r:id="rId16"/>
    <p:sldId id="378" r:id="rId17"/>
    <p:sldId id="373" r:id="rId18"/>
    <p:sldId id="375" r:id="rId19"/>
    <p:sldId id="283" r:id="rId20"/>
    <p:sldId id="284" r:id="rId21"/>
    <p:sldId id="289" r:id="rId22"/>
    <p:sldId id="290" r:id="rId23"/>
    <p:sldId id="291" r:id="rId24"/>
    <p:sldId id="297" r:id="rId25"/>
    <p:sldId id="276" r:id="rId26"/>
    <p:sldId id="294" r:id="rId27"/>
    <p:sldId id="379" r:id="rId28"/>
    <p:sldId id="301" r:id="rId29"/>
    <p:sldId id="302" r:id="rId30"/>
    <p:sldId id="303" r:id="rId31"/>
    <p:sldId id="304" r:id="rId32"/>
    <p:sldId id="305" r:id="rId33"/>
    <p:sldId id="306" r:id="rId34"/>
    <p:sldId id="307" r:id="rId35"/>
    <p:sldId id="308" r:id="rId36"/>
    <p:sldId id="309" r:id="rId37"/>
    <p:sldId id="310" r:id="rId38"/>
    <p:sldId id="311" r:id="rId39"/>
    <p:sldId id="312" r:id="rId40"/>
    <p:sldId id="313" r:id="rId41"/>
    <p:sldId id="314" r:id="rId42"/>
    <p:sldId id="315" r:id="rId43"/>
    <p:sldId id="380" r:id="rId44"/>
    <p:sldId id="376" r:id="rId45"/>
    <p:sldId id="377" r:id="rId46"/>
  </p:sldIdLst>
  <p:sldSz cx="9144000" cy="5143500" type="screen16x9"/>
  <p:notesSz cx="6669088" cy="9872663"/>
  <p:custDataLst>
    <p:tags r:id="rId49"/>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p15:clr>
            <a:srgbClr val="A4A3A4"/>
          </p15:clr>
        </p15:guide>
      </p15:sldGuideLst>
    </p:ext>
    <p:ext uri="{2D200454-40CA-4A62-9FC3-DE9A4176ACB9}">
      <p15:notesGuideLst xmlns:p15="http://schemas.microsoft.com/office/powerpoint/2012/main">
        <p15:guide id="1" orient="horz" pos="3110" userDrawn="1">
          <p15:clr>
            <a:srgbClr val="A4A3A4"/>
          </p15:clr>
        </p15:guide>
        <p15:guide id="2" pos="2101"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1" name="Autor" initials="A" lastIdx="0" clrIdx="1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6D3"/>
    <a:srgbClr val="0C94B7"/>
    <a:srgbClr val="41B4CE"/>
    <a:srgbClr val="73BAD1"/>
    <a:srgbClr val="65B4C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Helle Formatvorlage 1 - Akz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ittlere Formatvorlage 1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211" autoAdjust="0"/>
    <p:restoredTop sz="92940" autoAdjust="0"/>
  </p:normalViewPr>
  <p:slideViewPr>
    <p:cSldViewPr snapToGrid="0" showGuides="1">
      <p:cViewPr varScale="1">
        <p:scale>
          <a:sx n="99" d="100"/>
          <a:sy n="99" d="100"/>
        </p:scale>
        <p:origin x="88" y="124"/>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60" d="100"/>
        <a:sy n="160" d="100"/>
      </p:scale>
      <p:origin x="0" y="-21594"/>
    </p:cViewPr>
  </p:sorterViewPr>
  <p:notesViewPr>
    <p:cSldViewPr snapToGrid="0" showGuides="1">
      <p:cViewPr varScale="1">
        <p:scale>
          <a:sx n="94" d="100"/>
          <a:sy n="94" d="100"/>
        </p:scale>
        <p:origin x="2748" y="84"/>
      </p:cViewPr>
      <p:guideLst>
        <p:guide orient="horz" pos="3110"/>
        <p:guide pos="210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notesMaster" Target="notesMasters/notesMaster1.xml"/><Relationship Id="rId50" Type="http://schemas.openxmlformats.org/officeDocument/2006/relationships/commentAuthors" Target="commentAuthor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theme" Target="theme/theme1.xml"/><Relationship Id="rId5" Type="http://schemas.openxmlformats.org/officeDocument/2006/relationships/slideMaster" Target="slideMasters/slideMaster2.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handoutMaster" Target="handoutMasters/handoutMaster1.xml"/><Relationship Id="rId8" Type="http://schemas.openxmlformats.org/officeDocument/2006/relationships/slide" Target="slides/slide2.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tags" Target="tags/tag1.xml"/></Relationships>
</file>

<file path=ppt/diagrams/_rels/data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7348290-F6F7-47E6-B622-4559C7A55A2B}" type="doc">
      <dgm:prSet loTypeId="urn:microsoft.com/office/officeart/2018/5/layout/IconLeafLabelList" loCatId="icon" qsTypeId="urn:microsoft.com/office/officeart/2005/8/quickstyle/simple1" qsCatId="simple" csTypeId="urn:microsoft.com/office/officeart/2005/8/colors/accent3_2" csCatId="accent3" phldr="1"/>
      <dgm:spPr/>
      <dgm:t>
        <a:bodyPr/>
        <a:lstStyle/>
        <a:p>
          <a:endParaRPr lang="en-US"/>
        </a:p>
      </dgm:t>
    </dgm:pt>
    <dgm:pt modelId="{8BF1BCCF-F067-4264-9BB2-E58A32E7C2D7}">
      <dgm:prSet/>
      <dgm:spPr/>
      <dgm:t>
        <a:bodyPr/>
        <a:lstStyle/>
        <a:p>
          <a:pPr>
            <a:lnSpc>
              <a:spcPct val="100000"/>
            </a:lnSpc>
            <a:defRPr cap="all"/>
          </a:pPr>
          <a:r>
            <a:rPr lang="de-AT"/>
            <a:t>Introductory Example</a:t>
          </a:r>
          <a:endParaRPr lang="en-US"/>
        </a:p>
      </dgm:t>
    </dgm:pt>
    <dgm:pt modelId="{2C03B2B9-1AE6-4BDE-B9F0-AC4965BE0678}" type="parTrans" cxnId="{BCED7FC9-141F-4538-9F5E-95704D2C1A4D}">
      <dgm:prSet/>
      <dgm:spPr/>
      <dgm:t>
        <a:bodyPr/>
        <a:lstStyle/>
        <a:p>
          <a:endParaRPr lang="en-US"/>
        </a:p>
      </dgm:t>
    </dgm:pt>
    <dgm:pt modelId="{49EC410F-C4D2-4E4C-8558-C372510C2DC3}" type="sibTrans" cxnId="{BCED7FC9-141F-4538-9F5E-95704D2C1A4D}">
      <dgm:prSet/>
      <dgm:spPr/>
      <dgm:t>
        <a:bodyPr/>
        <a:lstStyle/>
        <a:p>
          <a:endParaRPr lang="en-US"/>
        </a:p>
      </dgm:t>
    </dgm:pt>
    <dgm:pt modelId="{52694F79-1BFF-4B80-A37E-D2158D8DC3D9}">
      <dgm:prSet/>
      <dgm:spPr/>
      <dgm:t>
        <a:bodyPr/>
        <a:lstStyle/>
        <a:p>
          <a:pPr>
            <a:lnSpc>
              <a:spcPct val="100000"/>
            </a:lnSpc>
            <a:defRPr cap="all"/>
          </a:pPr>
          <a:r>
            <a:rPr lang="en-US" dirty="0"/>
            <a:t>Link to </a:t>
          </a:r>
          <a:r>
            <a:rPr lang="en-US" dirty="0" err="1"/>
            <a:t>MARkETING</a:t>
          </a:r>
          <a:r>
            <a:rPr lang="en-US" dirty="0"/>
            <a:t> THEORY</a:t>
          </a:r>
        </a:p>
      </dgm:t>
    </dgm:pt>
    <dgm:pt modelId="{4397024C-C654-45A4-9F16-458B3B8E08E6}" type="parTrans" cxnId="{208AF02A-A9CA-43A2-B9F9-780F5E83B499}">
      <dgm:prSet/>
      <dgm:spPr/>
      <dgm:t>
        <a:bodyPr/>
        <a:lstStyle/>
        <a:p>
          <a:endParaRPr lang="en-US"/>
        </a:p>
      </dgm:t>
    </dgm:pt>
    <dgm:pt modelId="{E566BDAC-E989-4CFF-9F52-B41CBA0B3D98}" type="sibTrans" cxnId="{208AF02A-A9CA-43A2-B9F9-780F5E83B499}">
      <dgm:prSet/>
      <dgm:spPr/>
      <dgm:t>
        <a:bodyPr/>
        <a:lstStyle/>
        <a:p>
          <a:endParaRPr lang="en-US"/>
        </a:p>
      </dgm:t>
    </dgm:pt>
    <dgm:pt modelId="{048DC2F6-6663-4618-B1B9-467316F0879C}">
      <dgm:prSet/>
      <dgm:spPr/>
      <dgm:t>
        <a:bodyPr/>
        <a:lstStyle/>
        <a:p>
          <a:endParaRPr lang="de-DE"/>
        </a:p>
      </dgm:t>
    </dgm:pt>
    <dgm:pt modelId="{699CBF50-E267-4E0D-BE9E-BEBCEDB4FFD4}" type="parTrans" cxnId="{7C187C49-E72E-46BB-B307-F0552420191D}">
      <dgm:prSet/>
      <dgm:spPr/>
      <dgm:t>
        <a:bodyPr/>
        <a:lstStyle/>
        <a:p>
          <a:endParaRPr lang="en-US"/>
        </a:p>
      </dgm:t>
    </dgm:pt>
    <dgm:pt modelId="{B0A451CB-20F4-4E70-98F8-D552ED709F5F}" type="sibTrans" cxnId="{7C187C49-E72E-46BB-B307-F0552420191D}">
      <dgm:prSet/>
      <dgm:spPr/>
      <dgm:t>
        <a:bodyPr/>
        <a:lstStyle/>
        <a:p>
          <a:endParaRPr lang="en-US"/>
        </a:p>
      </dgm:t>
    </dgm:pt>
    <dgm:pt modelId="{D161B616-23AE-45D8-8C60-FFF8882DA156}">
      <dgm:prSet/>
      <dgm:spPr/>
      <dgm:t>
        <a:bodyPr/>
        <a:lstStyle/>
        <a:p>
          <a:pPr>
            <a:lnSpc>
              <a:spcPct val="100000"/>
            </a:lnSpc>
            <a:defRPr cap="all"/>
          </a:pPr>
          <a:r>
            <a:rPr lang="en-US"/>
            <a:t>3 Take-Aways</a:t>
          </a:r>
        </a:p>
      </dgm:t>
    </dgm:pt>
    <dgm:pt modelId="{3F7CB08A-65C7-4C26-BFC0-2047F9369917}" type="parTrans" cxnId="{303395B0-0E35-4740-9396-E74996CBB876}">
      <dgm:prSet/>
      <dgm:spPr/>
      <dgm:t>
        <a:bodyPr/>
        <a:lstStyle/>
        <a:p>
          <a:endParaRPr lang="en-US"/>
        </a:p>
      </dgm:t>
    </dgm:pt>
    <dgm:pt modelId="{1BAC3A62-6C7E-4810-8267-AFBB791B4CC9}" type="sibTrans" cxnId="{303395B0-0E35-4740-9396-E74996CBB876}">
      <dgm:prSet/>
      <dgm:spPr/>
      <dgm:t>
        <a:bodyPr/>
        <a:lstStyle/>
        <a:p>
          <a:endParaRPr lang="en-US"/>
        </a:p>
      </dgm:t>
    </dgm:pt>
    <dgm:pt modelId="{42B789AA-22F6-443A-B5E2-25BA626E821B}" type="pres">
      <dgm:prSet presAssocID="{87348290-F6F7-47E6-B622-4559C7A55A2B}" presName="root" presStyleCnt="0">
        <dgm:presLayoutVars>
          <dgm:dir/>
          <dgm:resizeHandles val="exact"/>
        </dgm:presLayoutVars>
      </dgm:prSet>
      <dgm:spPr/>
    </dgm:pt>
    <dgm:pt modelId="{652C598D-0C41-4EE0-84EC-5EDD23EB71D8}" type="pres">
      <dgm:prSet presAssocID="{8BF1BCCF-F067-4264-9BB2-E58A32E7C2D7}" presName="compNode" presStyleCnt="0"/>
      <dgm:spPr/>
    </dgm:pt>
    <dgm:pt modelId="{10AB6CA1-945B-4982-B22C-DD7DFA0C3705}" type="pres">
      <dgm:prSet presAssocID="{8BF1BCCF-F067-4264-9BB2-E58A32E7C2D7}" presName="iconBgRect" presStyleLbl="bgShp" presStyleIdx="0" presStyleCnt="3"/>
      <dgm:spPr>
        <a:prstGeom prst="round2DiagRect">
          <a:avLst>
            <a:gd name="adj1" fmla="val 29727"/>
            <a:gd name="adj2" fmla="val 0"/>
          </a:avLst>
        </a:prstGeom>
      </dgm:spPr>
    </dgm:pt>
    <dgm:pt modelId="{C045446F-F95D-4C4E-931A-80ACB01F4008}" type="pres">
      <dgm:prSet presAssocID="{8BF1BCCF-F067-4264-9BB2-E58A32E7C2D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ei-YML"/>
        </a:ext>
      </dgm:extLst>
    </dgm:pt>
    <dgm:pt modelId="{C7790973-4E21-4F0C-BB3E-042F5AFDCECD}" type="pres">
      <dgm:prSet presAssocID="{8BF1BCCF-F067-4264-9BB2-E58A32E7C2D7}" presName="spaceRect" presStyleCnt="0"/>
      <dgm:spPr/>
    </dgm:pt>
    <dgm:pt modelId="{EFA8692C-A5D9-40FF-BB8D-1540A3E62190}" type="pres">
      <dgm:prSet presAssocID="{8BF1BCCF-F067-4264-9BB2-E58A32E7C2D7}" presName="textRect" presStyleLbl="revTx" presStyleIdx="0" presStyleCnt="3">
        <dgm:presLayoutVars>
          <dgm:chMax val="1"/>
          <dgm:chPref val="1"/>
        </dgm:presLayoutVars>
      </dgm:prSet>
      <dgm:spPr/>
    </dgm:pt>
    <dgm:pt modelId="{80F162C6-9255-4033-9697-A2056D5DF1D0}" type="pres">
      <dgm:prSet presAssocID="{49EC410F-C4D2-4E4C-8558-C372510C2DC3}" presName="sibTrans" presStyleCnt="0"/>
      <dgm:spPr/>
    </dgm:pt>
    <dgm:pt modelId="{F2B5CCC5-E16D-4FA1-9AB9-2521D9D082BE}" type="pres">
      <dgm:prSet presAssocID="{52694F79-1BFF-4B80-A37E-D2158D8DC3D9}" presName="compNode" presStyleCnt="0"/>
      <dgm:spPr/>
    </dgm:pt>
    <dgm:pt modelId="{E9C2E359-E951-4EFF-B602-1A96F9ADDFE3}" type="pres">
      <dgm:prSet presAssocID="{52694F79-1BFF-4B80-A37E-D2158D8DC3D9}" presName="iconBgRect" presStyleLbl="bgShp" presStyleIdx="1" presStyleCnt="3"/>
      <dgm:spPr>
        <a:prstGeom prst="round2DiagRect">
          <a:avLst>
            <a:gd name="adj1" fmla="val 29727"/>
            <a:gd name="adj2" fmla="val 0"/>
          </a:avLst>
        </a:prstGeom>
      </dgm:spPr>
    </dgm:pt>
    <dgm:pt modelId="{5223AD19-11E7-4D18-A372-160DE44606F5}" type="pres">
      <dgm:prSet presAssocID="{52694F79-1BFF-4B80-A37E-D2158D8DC3D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RM Customer Insights-App"/>
        </a:ext>
      </dgm:extLst>
    </dgm:pt>
    <dgm:pt modelId="{C8FF5F5A-3833-476B-8936-5ECB6874109E}" type="pres">
      <dgm:prSet presAssocID="{52694F79-1BFF-4B80-A37E-D2158D8DC3D9}" presName="spaceRect" presStyleCnt="0"/>
      <dgm:spPr/>
    </dgm:pt>
    <dgm:pt modelId="{8DC8F9EF-BE99-4C39-AD2C-556440ECD03E}" type="pres">
      <dgm:prSet presAssocID="{52694F79-1BFF-4B80-A37E-D2158D8DC3D9}" presName="textRect" presStyleLbl="revTx" presStyleIdx="1" presStyleCnt="3">
        <dgm:presLayoutVars>
          <dgm:chMax val="1"/>
          <dgm:chPref val="1"/>
        </dgm:presLayoutVars>
      </dgm:prSet>
      <dgm:spPr/>
    </dgm:pt>
    <dgm:pt modelId="{BFFC9C77-61CC-41D4-95CC-9AA4A55C4D9A}" type="pres">
      <dgm:prSet presAssocID="{E566BDAC-E989-4CFF-9F52-B41CBA0B3D98}" presName="sibTrans" presStyleCnt="0"/>
      <dgm:spPr/>
    </dgm:pt>
    <dgm:pt modelId="{AFFA7880-EC9F-482B-B346-336FB1EACAD3}" type="pres">
      <dgm:prSet presAssocID="{D161B616-23AE-45D8-8C60-FFF8882DA156}" presName="compNode" presStyleCnt="0"/>
      <dgm:spPr/>
    </dgm:pt>
    <dgm:pt modelId="{1585C50C-72CE-4AF1-AB33-F1000D6B4393}" type="pres">
      <dgm:prSet presAssocID="{D161B616-23AE-45D8-8C60-FFF8882DA156}" presName="iconBgRect" presStyleLbl="bgShp" presStyleIdx="2" presStyleCnt="3"/>
      <dgm:spPr>
        <a:prstGeom prst="round2DiagRect">
          <a:avLst>
            <a:gd name="adj1" fmla="val 29727"/>
            <a:gd name="adj2" fmla="val 0"/>
          </a:avLst>
        </a:prstGeom>
      </dgm:spPr>
    </dgm:pt>
    <dgm:pt modelId="{40659FB6-DA1F-4BB0-8086-305A2C4A7F58}" type="pres">
      <dgm:prSet presAssocID="{D161B616-23AE-45D8-8C60-FFF8882DA156}"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log"/>
        </a:ext>
      </dgm:extLst>
    </dgm:pt>
    <dgm:pt modelId="{B4210827-20A1-494C-8C12-910F3A261DB9}" type="pres">
      <dgm:prSet presAssocID="{D161B616-23AE-45D8-8C60-FFF8882DA156}" presName="spaceRect" presStyleCnt="0"/>
      <dgm:spPr/>
    </dgm:pt>
    <dgm:pt modelId="{7AD0D2DA-1A45-4C42-91D2-28DD478D5384}" type="pres">
      <dgm:prSet presAssocID="{D161B616-23AE-45D8-8C60-FFF8882DA156}" presName="textRect" presStyleLbl="revTx" presStyleIdx="2" presStyleCnt="3">
        <dgm:presLayoutVars>
          <dgm:chMax val="1"/>
          <dgm:chPref val="1"/>
        </dgm:presLayoutVars>
      </dgm:prSet>
      <dgm:spPr/>
    </dgm:pt>
  </dgm:ptLst>
  <dgm:cxnLst>
    <dgm:cxn modelId="{F5B9050A-0A90-4233-9DC4-8640B24516B5}" type="presOf" srcId="{8BF1BCCF-F067-4264-9BB2-E58A32E7C2D7}" destId="{EFA8692C-A5D9-40FF-BB8D-1540A3E62190}" srcOrd="0" destOrd="0" presId="urn:microsoft.com/office/officeart/2018/5/layout/IconLeafLabelList"/>
    <dgm:cxn modelId="{208AF02A-A9CA-43A2-B9F9-780F5E83B499}" srcId="{87348290-F6F7-47E6-B622-4559C7A55A2B}" destId="{52694F79-1BFF-4B80-A37E-D2158D8DC3D9}" srcOrd="1" destOrd="0" parTransId="{4397024C-C654-45A4-9F16-458B3B8E08E6}" sibTransId="{E566BDAC-E989-4CFF-9F52-B41CBA0B3D98}"/>
    <dgm:cxn modelId="{30709234-1E7E-4D40-AF31-3021443B786F}" type="presOf" srcId="{52694F79-1BFF-4B80-A37E-D2158D8DC3D9}" destId="{8DC8F9EF-BE99-4C39-AD2C-556440ECD03E}" srcOrd="0" destOrd="0" presId="urn:microsoft.com/office/officeart/2018/5/layout/IconLeafLabelList"/>
    <dgm:cxn modelId="{7C187C49-E72E-46BB-B307-F0552420191D}" srcId="{52694F79-1BFF-4B80-A37E-D2158D8DC3D9}" destId="{048DC2F6-6663-4618-B1B9-467316F0879C}" srcOrd="0" destOrd="0" parTransId="{699CBF50-E267-4E0D-BE9E-BEBCEDB4FFD4}" sibTransId="{B0A451CB-20F4-4E70-98F8-D552ED709F5F}"/>
    <dgm:cxn modelId="{12285F4C-2D97-4035-ABD6-DB4C478CCEE4}" type="presOf" srcId="{87348290-F6F7-47E6-B622-4559C7A55A2B}" destId="{42B789AA-22F6-443A-B5E2-25BA626E821B}" srcOrd="0" destOrd="0" presId="urn:microsoft.com/office/officeart/2018/5/layout/IconLeafLabelList"/>
    <dgm:cxn modelId="{303395B0-0E35-4740-9396-E74996CBB876}" srcId="{87348290-F6F7-47E6-B622-4559C7A55A2B}" destId="{D161B616-23AE-45D8-8C60-FFF8882DA156}" srcOrd="2" destOrd="0" parTransId="{3F7CB08A-65C7-4C26-BFC0-2047F9369917}" sibTransId="{1BAC3A62-6C7E-4810-8267-AFBB791B4CC9}"/>
    <dgm:cxn modelId="{061F98BE-E6B5-402A-A7B8-C599372B10B8}" type="presOf" srcId="{D161B616-23AE-45D8-8C60-FFF8882DA156}" destId="{7AD0D2DA-1A45-4C42-91D2-28DD478D5384}" srcOrd="0" destOrd="0" presId="urn:microsoft.com/office/officeart/2018/5/layout/IconLeafLabelList"/>
    <dgm:cxn modelId="{BCED7FC9-141F-4538-9F5E-95704D2C1A4D}" srcId="{87348290-F6F7-47E6-B622-4559C7A55A2B}" destId="{8BF1BCCF-F067-4264-9BB2-E58A32E7C2D7}" srcOrd="0" destOrd="0" parTransId="{2C03B2B9-1AE6-4BDE-B9F0-AC4965BE0678}" sibTransId="{49EC410F-C4D2-4E4C-8558-C372510C2DC3}"/>
    <dgm:cxn modelId="{A937D901-84CF-4741-B3EF-7979E9C74B22}" type="presParOf" srcId="{42B789AA-22F6-443A-B5E2-25BA626E821B}" destId="{652C598D-0C41-4EE0-84EC-5EDD23EB71D8}" srcOrd="0" destOrd="0" presId="urn:microsoft.com/office/officeart/2018/5/layout/IconLeafLabelList"/>
    <dgm:cxn modelId="{0CE57A38-5AB9-482C-A563-507E776CE7FD}" type="presParOf" srcId="{652C598D-0C41-4EE0-84EC-5EDD23EB71D8}" destId="{10AB6CA1-945B-4982-B22C-DD7DFA0C3705}" srcOrd="0" destOrd="0" presId="urn:microsoft.com/office/officeart/2018/5/layout/IconLeafLabelList"/>
    <dgm:cxn modelId="{8675B5B8-8C00-4677-9942-1EEA16725430}" type="presParOf" srcId="{652C598D-0C41-4EE0-84EC-5EDD23EB71D8}" destId="{C045446F-F95D-4C4E-931A-80ACB01F4008}" srcOrd="1" destOrd="0" presId="urn:microsoft.com/office/officeart/2018/5/layout/IconLeafLabelList"/>
    <dgm:cxn modelId="{D7FEDD9C-8ADC-4D64-B6A0-2A5F9DDBD3AC}" type="presParOf" srcId="{652C598D-0C41-4EE0-84EC-5EDD23EB71D8}" destId="{C7790973-4E21-4F0C-BB3E-042F5AFDCECD}" srcOrd="2" destOrd="0" presId="urn:microsoft.com/office/officeart/2018/5/layout/IconLeafLabelList"/>
    <dgm:cxn modelId="{44BF9E94-8EF3-42A4-9B6A-15AE08C56274}" type="presParOf" srcId="{652C598D-0C41-4EE0-84EC-5EDD23EB71D8}" destId="{EFA8692C-A5D9-40FF-BB8D-1540A3E62190}" srcOrd="3" destOrd="0" presId="urn:microsoft.com/office/officeart/2018/5/layout/IconLeafLabelList"/>
    <dgm:cxn modelId="{9B9C5ABF-D813-4BFB-ADF1-F52C6DFE2104}" type="presParOf" srcId="{42B789AA-22F6-443A-B5E2-25BA626E821B}" destId="{80F162C6-9255-4033-9697-A2056D5DF1D0}" srcOrd="1" destOrd="0" presId="urn:microsoft.com/office/officeart/2018/5/layout/IconLeafLabelList"/>
    <dgm:cxn modelId="{A1313F12-06E4-4AB5-B111-9FF165447103}" type="presParOf" srcId="{42B789AA-22F6-443A-B5E2-25BA626E821B}" destId="{F2B5CCC5-E16D-4FA1-9AB9-2521D9D082BE}" srcOrd="2" destOrd="0" presId="urn:microsoft.com/office/officeart/2018/5/layout/IconLeafLabelList"/>
    <dgm:cxn modelId="{EEC37150-AAAB-443D-8EC7-EF8759BEFE4B}" type="presParOf" srcId="{F2B5CCC5-E16D-4FA1-9AB9-2521D9D082BE}" destId="{E9C2E359-E951-4EFF-B602-1A96F9ADDFE3}" srcOrd="0" destOrd="0" presId="urn:microsoft.com/office/officeart/2018/5/layout/IconLeafLabelList"/>
    <dgm:cxn modelId="{5EE96A3F-A4A9-4E66-A340-51A8F0D5A479}" type="presParOf" srcId="{F2B5CCC5-E16D-4FA1-9AB9-2521D9D082BE}" destId="{5223AD19-11E7-4D18-A372-160DE44606F5}" srcOrd="1" destOrd="0" presId="urn:microsoft.com/office/officeart/2018/5/layout/IconLeafLabelList"/>
    <dgm:cxn modelId="{62265A05-19CA-4D5C-9FA9-DD78EB2F49D7}" type="presParOf" srcId="{F2B5CCC5-E16D-4FA1-9AB9-2521D9D082BE}" destId="{C8FF5F5A-3833-476B-8936-5ECB6874109E}" srcOrd="2" destOrd="0" presId="urn:microsoft.com/office/officeart/2018/5/layout/IconLeafLabelList"/>
    <dgm:cxn modelId="{AAFD51EB-A8BD-4F39-8F08-B7248654AA80}" type="presParOf" srcId="{F2B5CCC5-E16D-4FA1-9AB9-2521D9D082BE}" destId="{8DC8F9EF-BE99-4C39-AD2C-556440ECD03E}" srcOrd="3" destOrd="0" presId="urn:microsoft.com/office/officeart/2018/5/layout/IconLeafLabelList"/>
    <dgm:cxn modelId="{A70AD4A8-4354-440C-90DB-B97252CFE5B5}" type="presParOf" srcId="{42B789AA-22F6-443A-B5E2-25BA626E821B}" destId="{BFFC9C77-61CC-41D4-95CC-9AA4A55C4D9A}" srcOrd="3" destOrd="0" presId="urn:microsoft.com/office/officeart/2018/5/layout/IconLeafLabelList"/>
    <dgm:cxn modelId="{6068009F-3459-4E5F-8BD2-ED36D13C116D}" type="presParOf" srcId="{42B789AA-22F6-443A-B5E2-25BA626E821B}" destId="{AFFA7880-EC9F-482B-B346-336FB1EACAD3}" srcOrd="4" destOrd="0" presId="urn:microsoft.com/office/officeart/2018/5/layout/IconLeafLabelList"/>
    <dgm:cxn modelId="{1DB65F5D-123F-4AC4-B166-9CBBBC4C35D8}" type="presParOf" srcId="{AFFA7880-EC9F-482B-B346-336FB1EACAD3}" destId="{1585C50C-72CE-4AF1-AB33-F1000D6B4393}" srcOrd="0" destOrd="0" presId="urn:microsoft.com/office/officeart/2018/5/layout/IconLeafLabelList"/>
    <dgm:cxn modelId="{26CAC59C-E3A6-4F8A-B6B2-228F5B499BCE}" type="presParOf" srcId="{AFFA7880-EC9F-482B-B346-336FB1EACAD3}" destId="{40659FB6-DA1F-4BB0-8086-305A2C4A7F58}" srcOrd="1" destOrd="0" presId="urn:microsoft.com/office/officeart/2018/5/layout/IconLeafLabelList"/>
    <dgm:cxn modelId="{2678D2DC-BC25-4BBA-B813-32A1B13102DF}" type="presParOf" srcId="{AFFA7880-EC9F-482B-B346-336FB1EACAD3}" destId="{B4210827-20A1-494C-8C12-910F3A261DB9}" srcOrd="2" destOrd="0" presId="urn:microsoft.com/office/officeart/2018/5/layout/IconLeafLabelList"/>
    <dgm:cxn modelId="{F1BD4178-400F-4E13-B9A2-D97AC8A3AFA0}" type="presParOf" srcId="{AFFA7880-EC9F-482B-B346-336FB1EACAD3}" destId="{7AD0D2DA-1A45-4C42-91D2-28DD478D5384}"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AB6CA1-945B-4982-B22C-DD7DFA0C3705}">
      <dsp:nvSpPr>
        <dsp:cNvPr id="0" name=""/>
        <dsp:cNvSpPr/>
      </dsp:nvSpPr>
      <dsp:spPr>
        <a:xfrm>
          <a:off x="466599" y="451844"/>
          <a:ext cx="1406812" cy="1406812"/>
        </a:xfrm>
        <a:prstGeom prst="round2DiagRect">
          <a:avLst>
            <a:gd name="adj1" fmla="val 29727"/>
            <a:gd name="adj2" fmla="val 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045446F-F95D-4C4E-931A-80ACB01F4008}">
      <dsp:nvSpPr>
        <dsp:cNvPr id="0" name=""/>
        <dsp:cNvSpPr/>
      </dsp:nvSpPr>
      <dsp:spPr>
        <a:xfrm>
          <a:off x="766412" y="751656"/>
          <a:ext cx="807187" cy="8071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FA8692C-A5D9-40FF-BB8D-1540A3E62190}">
      <dsp:nvSpPr>
        <dsp:cNvPr id="0" name=""/>
        <dsp:cNvSpPr/>
      </dsp:nvSpPr>
      <dsp:spPr>
        <a:xfrm>
          <a:off x="16881" y="2296844"/>
          <a:ext cx="23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cap="all"/>
          </a:pPr>
          <a:r>
            <a:rPr lang="de-AT" sz="1700" kern="1200"/>
            <a:t>Introductory Example</a:t>
          </a:r>
          <a:endParaRPr lang="en-US" sz="1700" kern="1200"/>
        </a:p>
      </dsp:txBody>
      <dsp:txXfrm>
        <a:off x="16881" y="2296844"/>
        <a:ext cx="2306250" cy="720000"/>
      </dsp:txXfrm>
    </dsp:sp>
    <dsp:sp modelId="{E9C2E359-E951-4EFF-B602-1A96F9ADDFE3}">
      <dsp:nvSpPr>
        <dsp:cNvPr id="0" name=""/>
        <dsp:cNvSpPr/>
      </dsp:nvSpPr>
      <dsp:spPr>
        <a:xfrm>
          <a:off x="3176443" y="451844"/>
          <a:ext cx="1406812" cy="1406812"/>
        </a:xfrm>
        <a:prstGeom prst="round2DiagRect">
          <a:avLst>
            <a:gd name="adj1" fmla="val 29727"/>
            <a:gd name="adj2" fmla="val 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223AD19-11E7-4D18-A372-160DE44606F5}">
      <dsp:nvSpPr>
        <dsp:cNvPr id="0" name=""/>
        <dsp:cNvSpPr/>
      </dsp:nvSpPr>
      <dsp:spPr>
        <a:xfrm>
          <a:off x="3476256" y="751656"/>
          <a:ext cx="807187" cy="8071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DC8F9EF-BE99-4C39-AD2C-556440ECD03E}">
      <dsp:nvSpPr>
        <dsp:cNvPr id="0" name=""/>
        <dsp:cNvSpPr/>
      </dsp:nvSpPr>
      <dsp:spPr>
        <a:xfrm>
          <a:off x="2726725" y="2296844"/>
          <a:ext cx="23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cap="all"/>
          </a:pPr>
          <a:r>
            <a:rPr lang="en-US" sz="1700" kern="1200" dirty="0"/>
            <a:t>Link to </a:t>
          </a:r>
          <a:r>
            <a:rPr lang="en-US" sz="1700" kern="1200" dirty="0" err="1"/>
            <a:t>MARkETING</a:t>
          </a:r>
          <a:r>
            <a:rPr lang="en-US" sz="1700" kern="1200" dirty="0"/>
            <a:t> THEORY</a:t>
          </a:r>
        </a:p>
      </dsp:txBody>
      <dsp:txXfrm>
        <a:off x="2726725" y="2296844"/>
        <a:ext cx="2306250" cy="720000"/>
      </dsp:txXfrm>
    </dsp:sp>
    <dsp:sp modelId="{1585C50C-72CE-4AF1-AB33-F1000D6B4393}">
      <dsp:nvSpPr>
        <dsp:cNvPr id="0" name=""/>
        <dsp:cNvSpPr/>
      </dsp:nvSpPr>
      <dsp:spPr>
        <a:xfrm>
          <a:off x="5886287" y="451844"/>
          <a:ext cx="1406812" cy="1406812"/>
        </a:xfrm>
        <a:prstGeom prst="round2DiagRect">
          <a:avLst>
            <a:gd name="adj1" fmla="val 29727"/>
            <a:gd name="adj2" fmla="val 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659FB6-DA1F-4BB0-8086-305A2C4A7F58}">
      <dsp:nvSpPr>
        <dsp:cNvPr id="0" name=""/>
        <dsp:cNvSpPr/>
      </dsp:nvSpPr>
      <dsp:spPr>
        <a:xfrm>
          <a:off x="6186100" y="751656"/>
          <a:ext cx="807187" cy="80718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AD0D2DA-1A45-4C42-91D2-28DD478D5384}">
      <dsp:nvSpPr>
        <dsp:cNvPr id="0" name=""/>
        <dsp:cNvSpPr/>
      </dsp:nvSpPr>
      <dsp:spPr>
        <a:xfrm>
          <a:off x="5436568" y="2296844"/>
          <a:ext cx="23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cap="all"/>
          </a:pPr>
          <a:r>
            <a:rPr lang="en-US" sz="1700" kern="1200"/>
            <a:t>3 Take-Aways</a:t>
          </a:r>
        </a:p>
      </dsp:txBody>
      <dsp:txXfrm>
        <a:off x="5436568" y="2296844"/>
        <a:ext cx="230625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3"/>
            <a:ext cx="2889938" cy="493633"/>
          </a:xfrm>
          <a:prstGeom prst="rect">
            <a:avLst/>
          </a:prstGeom>
        </p:spPr>
        <p:txBody>
          <a:bodyPr vert="horz" lIns="94518" tIns="47259" rIns="94518" bIns="47259" rtlCol="0"/>
          <a:lstStyle>
            <a:lvl1pPr algn="l">
              <a:defRPr sz="1200"/>
            </a:lvl1pPr>
          </a:lstStyle>
          <a:p>
            <a:endParaRPr lang="de-AT" sz="1000" dirty="0">
              <a:latin typeface="Verdana" pitchFamily="34" charset="0"/>
              <a:ea typeface="Verdana" pitchFamily="34" charset="0"/>
              <a:cs typeface="Verdana" pitchFamily="34" charset="0"/>
            </a:endParaRPr>
          </a:p>
        </p:txBody>
      </p:sp>
      <p:sp>
        <p:nvSpPr>
          <p:cNvPr id="3" name="Datumsplatzhalter 2"/>
          <p:cNvSpPr>
            <a:spLocks noGrp="1"/>
          </p:cNvSpPr>
          <p:nvPr>
            <p:ph type="dt" sz="quarter" idx="1"/>
          </p:nvPr>
        </p:nvSpPr>
        <p:spPr>
          <a:xfrm>
            <a:off x="3777607" y="3"/>
            <a:ext cx="2889938" cy="493633"/>
          </a:xfrm>
          <a:prstGeom prst="rect">
            <a:avLst/>
          </a:prstGeom>
        </p:spPr>
        <p:txBody>
          <a:bodyPr vert="horz" lIns="94518" tIns="47259" rIns="94518" bIns="47259" rtlCol="0"/>
          <a:lstStyle>
            <a:lvl1pPr algn="r">
              <a:defRPr sz="1200"/>
            </a:lvl1pPr>
          </a:lstStyle>
          <a:p>
            <a:fld id="{868817FD-8155-4502-AF78-DBC2EA4B168F}" type="datetimeFigureOut">
              <a:rPr lang="de-AT" sz="1000">
                <a:latin typeface="Verdana" pitchFamily="34" charset="0"/>
                <a:ea typeface="Verdana" pitchFamily="34" charset="0"/>
                <a:cs typeface="Verdana" pitchFamily="34" charset="0"/>
              </a:rPr>
              <a:t>30.10.2023</a:t>
            </a:fld>
            <a:endParaRPr lang="de-AT" sz="1000" dirty="0">
              <a:latin typeface="Verdana" pitchFamily="34" charset="0"/>
              <a:ea typeface="Verdana" pitchFamily="34" charset="0"/>
              <a:cs typeface="Verdana" pitchFamily="34" charset="0"/>
            </a:endParaRPr>
          </a:p>
        </p:txBody>
      </p:sp>
      <p:sp>
        <p:nvSpPr>
          <p:cNvPr id="4" name="Fußzeilenplatzhalter 3"/>
          <p:cNvSpPr>
            <a:spLocks noGrp="1"/>
          </p:cNvSpPr>
          <p:nvPr>
            <p:ph type="ftr" sz="quarter" idx="2"/>
          </p:nvPr>
        </p:nvSpPr>
        <p:spPr>
          <a:xfrm>
            <a:off x="0" y="9377319"/>
            <a:ext cx="2889938" cy="493633"/>
          </a:xfrm>
          <a:prstGeom prst="rect">
            <a:avLst/>
          </a:prstGeom>
        </p:spPr>
        <p:txBody>
          <a:bodyPr vert="horz" lIns="94518" tIns="47259" rIns="94518" bIns="47259" rtlCol="0" anchor="b"/>
          <a:lstStyle>
            <a:lvl1pPr algn="l">
              <a:defRPr sz="1200"/>
            </a:lvl1pPr>
          </a:lstStyle>
          <a:p>
            <a:endParaRPr lang="de-AT" sz="1000" dirty="0">
              <a:latin typeface="Verdana" pitchFamily="34" charset="0"/>
              <a:ea typeface="Verdana" pitchFamily="34" charset="0"/>
              <a:cs typeface="Verdana" pitchFamily="34" charset="0"/>
            </a:endParaRPr>
          </a:p>
        </p:txBody>
      </p:sp>
      <p:sp>
        <p:nvSpPr>
          <p:cNvPr id="5" name="Foliennummernplatzhalter 4"/>
          <p:cNvSpPr>
            <a:spLocks noGrp="1"/>
          </p:cNvSpPr>
          <p:nvPr>
            <p:ph type="sldNum" sz="quarter" idx="3"/>
          </p:nvPr>
        </p:nvSpPr>
        <p:spPr>
          <a:xfrm>
            <a:off x="3777607" y="9377319"/>
            <a:ext cx="2889938" cy="493633"/>
          </a:xfrm>
          <a:prstGeom prst="rect">
            <a:avLst/>
          </a:prstGeom>
        </p:spPr>
        <p:txBody>
          <a:bodyPr vert="horz" lIns="94518" tIns="47259" rIns="94518" bIns="47259" rtlCol="0" anchor="b"/>
          <a:lstStyle>
            <a:lvl1pPr algn="r">
              <a:defRPr sz="1200"/>
            </a:lvl1pPr>
          </a:lstStyle>
          <a:p>
            <a:fld id="{617F6F62-1C91-45E7-BAED-FBFBF67C82BC}" type="slidenum">
              <a:rPr lang="de-AT" sz="1000">
                <a:latin typeface="Verdana" pitchFamily="34" charset="0"/>
                <a:ea typeface="Verdana" pitchFamily="34" charset="0"/>
                <a:cs typeface="Verdana" pitchFamily="34" charset="0"/>
              </a:rPr>
              <a:t>‹Nr.›</a:t>
            </a:fld>
            <a:endParaRPr lang="de-AT" sz="1000" dirty="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7543456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3"/>
            <a:ext cx="2889938" cy="493633"/>
          </a:xfrm>
          <a:prstGeom prst="rect">
            <a:avLst/>
          </a:prstGeom>
        </p:spPr>
        <p:txBody>
          <a:bodyPr vert="horz" lIns="94518" tIns="47259" rIns="94518" bIns="47259" rtlCol="0"/>
          <a:lstStyle>
            <a:lvl1pPr algn="l">
              <a:defRPr sz="1000">
                <a:latin typeface="Verdana" pitchFamily="34" charset="0"/>
                <a:ea typeface="Verdana" pitchFamily="34" charset="0"/>
                <a:cs typeface="Verdana" pitchFamily="34" charset="0"/>
              </a:defRPr>
            </a:lvl1pPr>
          </a:lstStyle>
          <a:p>
            <a:endParaRPr lang="de-AT" dirty="0"/>
          </a:p>
        </p:txBody>
      </p:sp>
      <p:sp>
        <p:nvSpPr>
          <p:cNvPr id="3" name="Datumsplatzhalter 2"/>
          <p:cNvSpPr>
            <a:spLocks noGrp="1"/>
          </p:cNvSpPr>
          <p:nvPr>
            <p:ph type="dt" idx="1"/>
          </p:nvPr>
        </p:nvSpPr>
        <p:spPr>
          <a:xfrm>
            <a:off x="3777607" y="3"/>
            <a:ext cx="2889938" cy="493633"/>
          </a:xfrm>
          <a:prstGeom prst="rect">
            <a:avLst/>
          </a:prstGeom>
        </p:spPr>
        <p:txBody>
          <a:bodyPr vert="horz" lIns="94518" tIns="47259" rIns="94518" bIns="47259" rtlCol="0"/>
          <a:lstStyle>
            <a:lvl1pPr algn="r">
              <a:defRPr sz="1000">
                <a:latin typeface="Verdana" pitchFamily="34" charset="0"/>
                <a:ea typeface="Verdana" pitchFamily="34" charset="0"/>
                <a:cs typeface="Verdana" pitchFamily="34" charset="0"/>
              </a:defRPr>
            </a:lvl1pPr>
          </a:lstStyle>
          <a:p>
            <a:fld id="{C0A972FC-F5E0-4F80-B169-F0B5EFC71333}" type="datetimeFigureOut">
              <a:rPr lang="de-AT" smtClean="0"/>
              <a:pPr/>
              <a:t>30.10.2023</a:t>
            </a:fld>
            <a:endParaRPr lang="de-AT" dirty="0"/>
          </a:p>
        </p:txBody>
      </p:sp>
      <p:sp>
        <p:nvSpPr>
          <p:cNvPr id="4" name="Folienbildplatzhalter 3"/>
          <p:cNvSpPr>
            <a:spLocks noGrp="1" noRot="1" noChangeAspect="1"/>
          </p:cNvSpPr>
          <p:nvPr>
            <p:ph type="sldImg" idx="2"/>
          </p:nvPr>
        </p:nvSpPr>
        <p:spPr>
          <a:xfrm>
            <a:off x="46038" y="741363"/>
            <a:ext cx="6577012" cy="3700462"/>
          </a:xfrm>
          <a:prstGeom prst="rect">
            <a:avLst/>
          </a:prstGeom>
          <a:noFill/>
          <a:ln w="12700">
            <a:solidFill>
              <a:prstClr val="black"/>
            </a:solidFill>
          </a:ln>
        </p:spPr>
        <p:txBody>
          <a:bodyPr vert="horz" lIns="94518" tIns="47259" rIns="94518" bIns="47259" rtlCol="0" anchor="ctr"/>
          <a:lstStyle/>
          <a:p>
            <a:endParaRPr lang="de-AT" dirty="0"/>
          </a:p>
        </p:txBody>
      </p:sp>
      <p:sp>
        <p:nvSpPr>
          <p:cNvPr id="5" name="Notizenplatzhalter 4"/>
          <p:cNvSpPr>
            <a:spLocks noGrp="1"/>
          </p:cNvSpPr>
          <p:nvPr>
            <p:ph type="body" sz="quarter" idx="3"/>
          </p:nvPr>
        </p:nvSpPr>
        <p:spPr>
          <a:xfrm>
            <a:off x="666909" y="4689515"/>
            <a:ext cx="5335270" cy="4442698"/>
          </a:xfrm>
          <a:prstGeom prst="rect">
            <a:avLst/>
          </a:prstGeom>
        </p:spPr>
        <p:txBody>
          <a:bodyPr vert="horz" lIns="94518" tIns="47259" rIns="94518" bIns="47259" rtlCol="0"/>
          <a:lstStyle/>
          <a:p>
            <a:pPr lvl="0"/>
            <a:r>
              <a:rPr lang="de-AT" dirty="0"/>
              <a:t>Textmasterformat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6" name="Fußzeilenplatzhalter 5"/>
          <p:cNvSpPr>
            <a:spLocks noGrp="1"/>
          </p:cNvSpPr>
          <p:nvPr>
            <p:ph type="ftr" sz="quarter" idx="4"/>
          </p:nvPr>
        </p:nvSpPr>
        <p:spPr>
          <a:xfrm>
            <a:off x="0" y="9377319"/>
            <a:ext cx="2889938" cy="493633"/>
          </a:xfrm>
          <a:prstGeom prst="rect">
            <a:avLst/>
          </a:prstGeom>
        </p:spPr>
        <p:txBody>
          <a:bodyPr vert="horz" lIns="94518" tIns="47259" rIns="94518" bIns="47259" rtlCol="0" anchor="b"/>
          <a:lstStyle>
            <a:lvl1pPr algn="l">
              <a:defRPr sz="1000">
                <a:latin typeface="Verdana" pitchFamily="34" charset="0"/>
                <a:ea typeface="Verdana" pitchFamily="34" charset="0"/>
                <a:cs typeface="Verdana" pitchFamily="34" charset="0"/>
              </a:defRPr>
            </a:lvl1pPr>
          </a:lstStyle>
          <a:p>
            <a:endParaRPr lang="de-AT" dirty="0"/>
          </a:p>
        </p:txBody>
      </p:sp>
      <p:sp>
        <p:nvSpPr>
          <p:cNvPr id="7" name="Foliennummernplatzhalter 6"/>
          <p:cNvSpPr>
            <a:spLocks noGrp="1"/>
          </p:cNvSpPr>
          <p:nvPr>
            <p:ph type="sldNum" sz="quarter" idx="5"/>
          </p:nvPr>
        </p:nvSpPr>
        <p:spPr>
          <a:xfrm>
            <a:off x="3777607" y="9377319"/>
            <a:ext cx="2889938" cy="493633"/>
          </a:xfrm>
          <a:prstGeom prst="rect">
            <a:avLst/>
          </a:prstGeom>
        </p:spPr>
        <p:txBody>
          <a:bodyPr vert="horz" lIns="94518" tIns="47259" rIns="94518" bIns="47259" rtlCol="0" anchor="b"/>
          <a:lstStyle>
            <a:lvl1pPr algn="r">
              <a:defRPr sz="1000">
                <a:latin typeface="Verdana" pitchFamily="34" charset="0"/>
                <a:ea typeface="Verdana" pitchFamily="34" charset="0"/>
                <a:cs typeface="Verdana" pitchFamily="34" charset="0"/>
              </a:defRPr>
            </a:lvl1pPr>
          </a:lstStyle>
          <a:p>
            <a:fld id="{219CC2FD-B32F-4992-A15B-F95E2E35C81B}" type="slidenum">
              <a:rPr lang="de-AT" smtClean="0"/>
              <a:pPr/>
              <a:t>‹Nr.›</a:t>
            </a:fld>
            <a:endParaRPr lang="de-AT" dirty="0"/>
          </a:p>
        </p:txBody>
      </p:sp>
    </p:spTree>
    <p:extLst>
      <p:ext uri="{BB962C8B-B14F-4D97-AF65-F5344CB8AC3E}">
        <p14:creationId xmlns:p14="http://schemas.microsoft.com/office/powerpoint/2010/main" val="915136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Verdana" pitchFamily="34" charset="0"/>
        <a:ea typeface="Verdana" pitchFamily="34" charset="0"/>
        <a:cs typeface="Verdana" pitchFamily="34" charset="0"/>
      </a:defRPr>
    </a:lvl1pPr>
    <a:lvl2pPr marL="457200" algn="l" defTabSz="914400" rtl="0" eaLnBrk="1" latinLnBrk="0" hangingPunct="1">
      <a:defRPr sz="1200" kern="1200">
        <a:solidFill>
          <a:schemeClr val="tx1"/>
        </a:solidFill>
        <a:latin typeface="Verdana" panose="020B0604030504040204" pitchFamily="34" charset="0"/>
        <a:ea typeface="+mn-ea"/>
        <a:cs typeface="+mn-cs"/>
      </a:defRPr>
    </a:lvl2pPr>
    <a:lvl3pPr marL="914400" algn="l" defTabSz="914400" rtl="0" eaLnBrk="1" latinLnBrk="0" hangingPunct="1">
      <a:defRPr sz="1200" kern="1200">
        <a:solidFill>
          <a:schemeClr val="tx1"/>
        </a:solidFill>
        <a:latin typeface="Verdana" panose="020B0604030504040204" pitchFamily="34" charset="0"/>
        <a:ea typeface="+mn-ea"/>
        <a:cs typeface="+mn-cs"/>
      </a:defRPr>
    </a:lvl3pPr>
    <a:lvl4pPr marL="1371600" algn="l" defTabSz="914400" rtl="0" eaLnBrk="1" latinLnBrk="0" hangingPunct="1">
      <a:defRPr sz="1200" kern="1200">
        <a:solidFill>
          <a:schemeClr val="tx1"/>
        </a:solidFill>
        <a:latin typeface="Verdana" panose="020B0604030504040204" pitchFamily="34" charset="0"/>
        <a:ea typeface="+mn-ea"/>
        <a:cs typeface="+mn-cs"/>
      </a:defRPr>
    </a:lvl4pPr>
    <a:lvl5pPr marL="1828800" algn="l" defTabSz="914400" rtl="0" eaLnBrk="1" latinLnBrk="0" hangingPunct="1">
      <a:defRPr sz="1200" kern="1200">
        <a:solidFill>
          <a:schemeClr val="tx1"/>
        </a:solidFill>
        <a:latin typeface="Verdana" panose="020B060403050404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6700" cy="3722687"/>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A4BE742-F341-9148-A94E-C374EDF98398}" type="slidenum">
              <a:rPr kumimoji="0" 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3381679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6700" cy="3722687"/>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A4BE742-F341-9148-A94E-C374EDF98398}" type="slidenum">
              <a:rPr kumimoji="0" 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0461686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6700" cy="3722687"/>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A4BE742-F341-9148-A94E-C374EDF98398}" type="slidenum">
              <a:rPr kumimoji="0" 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1946380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6700" cy="3722687"/>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A4BE742-F341-9148-A94E-C374EDF98398}" type="slidenum">
              <a:rPr kumimoji="0" 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1496483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6700" cy="3722687"/>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a:defRPr/>
            </a:pPr>
            <a:fld id="{FA4BE742-F341-9148-A94E-C374EDF98398}" type="slidenum">
              <a:rPr lang="en-US" smtClean="0"/>
              <a:pPr>
                <a:defRPr/>
              </a:pPr>
              <a:t>18</a:t>
            </a:fld>
            <a:endParaRPr lang="en-US"/>
          </a:p>
        </p:txBody>
      </p:sp>
    </p:spTree>
    <p:extLst>
      <p:ext uri="{BB962C8B-B14F-4D97-AF65-F5344CB8AC3E}">
        <p14:creationId xmlns:p14="http://schemas.microsoft.com/office/powerpoint/2010/main" val="30002080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6700" cy="3722687"/>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a:defRPr/>
            </a:pPr>
            <a:fld id="{FA4BE742-F341-9148-A94E-C374EDF98398}" type="slidenum">
              <a:rPr lang="en-US" smtClean="0"/>
              <a:pPr>
                <a:defRPr/>
              </a:pPr>
              <a:t>19</a:t>
            </a:fld>
            <a:endParaRPr lang="en-US"/>
          </a:p>
        </p:txBody>
      </p:sp>
    </p:spTree>
    <p:extLst>
      <p:ext uri="{BB962C8B-B14F-4D97-AF65-F5344CB8AC3E}">
        <p14:creationId xmlns:p14="http://schemas.microsoft.com/office/powerpoint/2010/main" val="9213939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6700" cy="3722687"/>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a:defRPr/>
            </a:pPr>
            <a:fld id="{FA4BE742-F341-9148-A94E-C374EDF98398}" type="slidenum">
              <a:rPr lang="en-US" smtClean="0"/>
              <a:pPr>
                <a:defRPr/>
              </a:pPr>
              <a:t>20</a:t>
            </a:fld>
            <a:endParaRPr lang="en-US"/>
          </a:p>
        </p:txBody>
      </p:sp>
    </p:spTree>
    <p:extLst>
      <p:ext uri="{BB962C8B-B14F-4D97-AF65-F5344CB8AC3E}">
        <p14:creationId xmlns:p14="http://schemas.microsoft.com/office/powerpoint/2010/main" val="11999865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6700" cy="3722687"/>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a:defRPr/>
            </a:pPr>
            <a:fld id="{FA4BE742-F341-9148-A94E-C374EDF98398}" type="slidenum">
              <a:rPr lang="en-US" smtClean="0"/>
              <a:pPr>
                <a:defRPr/>
              </a:pPr>
              <a:t>21</a:t>
            </a:fld>
            <a:endParaRPr lang="en-US"/>
          </a:p>
        </p:txBody>
      </p:sp>
    </p:spTree>
    <p:extLst>
      <p:ext uri="{BB962C8B-B14F-4D97-AF65-F5344CB8AC3E}">
        <p14:creationId xmlns:p14="http://schemas.microsoft.com/office/powerpoint/2010/main" val="238719712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6.jp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6.jp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tif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tif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tif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1.tif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1.tiff"/><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0.tiff"/><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tiff"/><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tiff"/><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tiff"/><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0.tiff"/><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tiff"/><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0.tiff"/><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0.tiff"/><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1.tiff"/><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2.tiff"/><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3.tiff"/><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3.tiff"/><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3.tiff"/><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3.tiff"/><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3.tiff"/><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3.tiff"/><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3.tiff"/><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3.tiff"/><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Master" Target="../slideMasters/slideMaster3.xml"/><Relationship Id="rId5" Type="http://schemas.openxmlformats.org/officeDocument/2006/relationships/image" Target="../media/image17.jpeg"/><Relationship Id="rId4" Type="http://schemas.openxmlformats.org/officeDocument/2006/relationships/image" Target="../media/image16.jpe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8" name="Gruppieren 17"/>
          <p:cNvGrpSpPr/>
          <p:nvPr userDrawn="1"/>
        </p:nvGrpSpPr>
        <p:grpSpPr bwMode="blackWhite">
          <a:xfrm>
            <a:off x="287338" y="546298"/>
            <a:ext cx="8552850" cy="1835031"/>
            <a:chOff x="287338" y="603319"/>
            <a:chExt cx="8552850" cy="2037600"/>
          </a:xfrm>
        </p:grpSpPr>
        <p:sp>
          <p:nvSpPr>
            <p:cNvPr id="19" name="Rechteck 18"/>
            <p:cNvSpPr/>
            <p:nvPr userDrawn="1"/>
          </p:nvSpPr>
          <p:spPr bwMode="blackWhite">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de-AT" dirty="0"/>
            </a:p>
          </p:txBody>
        </p:sp>
        <p:sp>
          <p:nvSpPr>
            <p:cNvPr id="20" name="Rechteck 19"/>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de-AT" dirty="0"/>
            </a:p>
          </p:txBody>
        </p:sp>
      </p:grpSp>
      <p:pic>
        <p:nvPicPr>
          <p:cNvPr id="14" name="Bild 19"/>
          <p:cNvPicPr>
            <a:picLocks noChangeAspect="1"/>
          </p:cNvPicPr>
          <p:nvPr userDrawn="1"/>
        </p:nvPicPr>
        <p:blipFill>
          <a:blip r:embed="rId3"/>
          <a:stretch>
            <a:fillRect/>
          </a:stretch>
        </p:blipFill>
        <p:spPr>
          <a:xfrm>
            <a:off x="6556993" y="959781"/>
            <a:ext cx="1874020" cy="975100"/>
          </a:xfrm>
          <a:prstGeom prst="rect">
            <a:avLst/>
          </a:prstGeom>
        </p:spPr>
      </p:pic>
      <p:sp>
        <p:nvSpPr>
          <p:cNvPr id="2" name="Titel 1"/>
          <p:cNvSpPr>
            <a:spLocks noGrp="1"/>
          </p:cNvSpPr>
          <p:nvPr userDrawn="1">
            <p:ph type="ctrTitle" hasCustomPrompt="1"/>
          </p:nvPr>
        </p:nvSpPr>
        <p:spPr bwMode="black">
          <a:xfrm>
            <a:off x="605406" y="1171229"/>
            <a:ext cx="5436000" cy="9234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de-AT" dirty="0"/>
              <a:t>Maximal zweizeiligen </a:t>
            </a:r>
            <a:br>
              <a:rPr lang="de-AT" dirty="0"/>
            </a:br>
            <a:r>
              <a:rPr lang="de-AT" dirty="0"/>
              <a:t>Titel eingeben</a:t>
            </a:r>
          </a:p>
        </p:txBody>
      </p:sp>
      <p:sp>
        <p:nvSpPr>
          <p:cNvPr id="3" name="Untertitel 2"/>
          <p:cNvSpPr>
            <a:spLocks noGrp="1"/>
          </p:cNvSpPr>
          <p:nvPr userDrawn="1">
            <p:ph type="subTitle" idx="1" hasCustomPrompt="1"/>
          </p:nvPr>
        </p:nvSpPr>
        <p:spPr bwMode="black">
          <a:xfrm>
            <a:off x="605406" y="893772"/>
            <a:ext cx="5436000" cy="316380"/>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de-AT" dirty="0"/>
              <a:t>Bei Bedarf Untertitel hier eingeben</a:t>
            </a:r>
          </a:p>
        </p:txBody>
      </p:sp>
      <p:sp>
        <p:nvSpPr>
          <p:cNvPr id="10" name="Textplatzhalter 9"/>
          <p:cNvSpPr>
            <a:spLocks noGrp="1"/>
          </p:cNvSpPr>
          <p:nvPr>
            <p:ph type="body" sz="quarter" idx="11"/>
          </p:nvPr>
        </p:nvSpPr>
        <p:spPr bwMode="white">
          <a:xfrm>
            <a:off x="287338" y="2616430"/>
            <a:ext cx="4284662" cy="620885"/>
          </a:xfrm>
          <a:solidFill>
            <a:schemeClr val="bg1">
              <a:alpha val="90000"/>
            </a:schemeClr>
          </a:solidFill>
        </p:spPr>
        <p:txBody>
          <a:bodyPr wrap="square" lIns="324000" tIns="216000" rIns="324000" bIns="216000" rtlCol="0" anchor="t" anchorCtr="0">
            <a:spAutoFit/>
          </a:bodyPr>
          <a:lstStyle>
            <a:lvl1pPr marL="0" indent="0">
              <a:buNone/>
              <a:defRPr lang="de-DE" sz="1200" baseline="0" dirty="0" smtClean="0"/>
            </a:lvl1pPr>
          </a:lstStyle>
          <a:p>
            <a:pPr marL="0" lvl="0" defTabSz="914400"/>
            <a:r>
              <a:rPr lang="de-DE"/>
              <a:t>Textmasterformat bearbeiten</a:t>
            </a:r>
          </a:p>
        </p:txBody>
      </p:sp>
      <p:sp>
        <p:nvSpPr>
          <p:cNvPr id="12" name="Textplatzhalter 7"/>
          <p:cNvSpPr>
            <a:spLocks noGrp="1"/>
          </p:cNvSpPr>
          <p:nvPr>
            <p:ph type="body" sz="quarter" idx="12" hasCustomPrompt="1"/>
          </p:nvPr>
        </p:nvSpPr>
        <p:spPr>
          <a:xfrm>
            <a:off x="457200" y="4884234"/>
            <a:ext cx="1638300" cy="219261"/>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de-AT" dirty="0"/>
              <a:t>Stand: </a:t>
            </a:r>
            <a:r>
              <a:rPr lang="de-AT" dirty="0" err="1"/>
              <a:t>xx.xx.xxxx</a:t>
            </a:r>
            <a:endParaRPr lang="de-AT" dirty="0"/>
          </a:p>
        </p:txBody>
      </p:sp>
      <p:pic>
        <p:nvPicPr>
          <p:cNvPr id="15" name="Grafik 1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bwMode="black">
          <a:xfrm>
            <a:off x="6685846" y="4630481"/>
            <a:ext cx="1749600" cy="401894"/>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4" name="Gruppieren 13"/>
          <p:cNvGrpSpPr/>
          <p:nvPr userDrawn="1"/>
        </p:nvGrpSpPr>
        <p:grpSpPr bwMode="blackWhite">
          <a:xfrm>
            <a:off x="287338" y="546299"/>
            <a:ext cx="8552850" cy="1555200"/>
            <a:chOff x="287338" y="603319"/>
            <a:chExt cx="8552850" cy="2037600"/>
          </a:xfrm>
        </p:grpSpPr>
        <p:sp>
          <p:nvSpPr>
            <p:cNvPr id="17" name="Rechteck 16"/>
            <p:cNvSpPr/>
            <p:nvPr userDrawn="1"/>
          </p:nvSpPr>
          <p:spPr bwMode="blackWhite">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de-AT" dirty="0"/>
            </a:p>
          </p:txBody>
        </p:sp>
        <p:sp>
          <p:nvSpPr>
            <p:cNvPr id="18" name="Rechteck 17"/>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de-AT" dirty="0"/>
            </a:p>
          </p:txBody>
        </p:sp>
      </p:grpSp>
      <p:sp>
        <p:nvSpPr>
          <p:cNvPr id="2" name="Titel 1"/>
          <p:cNvSpPr>
            <a:spLocks noGrp="1"/>
          </p:cNvSpPr>
          <p:nvPr>
            <p:ph type="ctrTitle" hasCustomPrompt="1"/>
          </p:nvPr>
        </p:nvSpPr>
        <p:spPr bwMode="black">
          <a:xfrm>
            <a:off x="605408" y="1166238"/>
            <a:ext cx="5586593" cy="465043"/>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de-AT" dirty="0"/>
              <a:t>Einzeiligen Titel eingeben</a:t>
            </a:r>
          </a:p>
        </p:txBody>
      </p:sp>
      <p:sp>
        <p:nvSpPr>
          <p:cNvPr id="3" name="Untertitel 2"/>
          <p:cNvSpPr>
            <a:spLocks noGrp="1"/>
          </p:cNvSpPr>
          <p:nvPr>
            <p:ph type="subTitle" idx="1" hasCustomPrompt="1"/>
          </p:nvPr>
        </p:nvSpPr>
        <p:spPr bwMode="black">
          <a:xfrm>
            <a:off x="605408" y="893772"/>
            <a:ext cx="5586593" cy="274060"/>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de-AT" dirty="0"/>
              <a:t>Bei Bedarf Untertitel hier eingeben</a:t>
            </a:r>
          </a:p>
        </p:txBody>
      </p:sp>
      <p:sp>
        <p:nvSpPr>
          <p:cNvPr id="16" name="Textplatzhalter 9"/>
          <p:cNvSpPr>
            <a:spLocks noGrp="1"/>
          </p:cNvSpPr>
          <p:nvPr>
            <p:ph type="body" sz="quarter" idx="11"/>
          </p:nvPr>
        </p:nvSpPr>
        <p:spPr bwMode="white">
          <a:xfrm>
            <a:off x="287338" y="2347572"/>
            <a:ext cx="4284662" cy="620885"/>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pPr marL="0" lvl="0" defTabSz="914400"/>
            <a:r>
              <a:rPr lang="de-DE"/>
              <a:t>Textmasterformat bearbeiten</a:t>
            </a:r>
          </a:p>
        </p:txBody>
      </p:sp>
      <p:sp>
        <p:nvSpPr>
          <p:cNvPr id="12" name="Textplatzhalter 7"/>
          <p:cNvSpPr>
            <a:spLocks noGrp="1"/>
          </p:cNvSpPr>
          <p:nvPr>
            <p:ph type="body" sz="quarter" idx="12" hasCustomPrompt="1"/>
          </p:nvPr>
        </p:nvSpPr>
        <p:spPr>
          <a:xfrm>
            <a:off x="457200" y="4884234"/>
            <a:ext cx="1638300" cy="219261"/>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de-AT" dirty="0"/>
              <a:t>Stand: </a:t>
            </a:r>
            <a:r>
              <a:rPr lang="de-AT" dirty="0" err="1"/>
              <a:t>xx.xx.xxxx</a:t>
            </a:r>
            <a:endParaRPr lang="de-AT" dirty="0"/>
          </a:p>
        </p:txBody>
      </p:sp>
      <p:pic>
        <p:nvPicPr>
          <p:cNvPr id="13" name="Bild 19"/>
          <p:cNvPicPr>
            <a:picLocks noChangeAspect="1"/>
          </p:cNvPicPr>
          <p:nvPr userDrawn="1"/>
        </p:nvPicPr>
        <p:blipFill>
          <a:blip r:embed="rId3"/>
          <a:stretch>
            <a:fillRect/>
          </a:stretch>
        </p:blipFill>
        <p:spPr>
          <a:xfrm>
            <a:off x="6556993" y="836348"/>
            <a:ext cx="1874020" cy="975100"/>
          </a:xfrm>
          <a:prstGeom prst="rect">
            <a:avLst/>
          </a:prstGeom>
        </p:spPr>
      </p:pic>
      <p:pic>
        <p:nvPicPr>
          <p:cNvPr id="15" name="Grafik 1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bwMode="black">
          <a:xfrm>
            <a:off x="6685846" y="4630481"/>
            <a:ext cx="1749600" cy="401894"/>
          </a:xfrm>
          <a:prstGeom prst="rect">
            <a:avLst/>
          </a:prstGeom>
        </p:spPr>
      </p:pic>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462019" y="1210152"/>
            <a:ext cx="7759644" cy="3468515"/>
          </a:xfrm>
        </p:spPr>
        <p:txBody>
          <a:bodyPr lIns="0" rIns="0">
            <a:normAutofit/>
          </a:bodyPr>
          <a:lstStyle>
            <a:lvl1pPr>
              <a:defRPr sz="1600"/>
            </a:lvl1pPr>
            <a:lvl2pPr>
              <a:defRPr sz="1400"/>
            </a:lvl2pPr>
            <a:lvl3pPr>
              <a:defRPr sz="1200"/>
            </a:lvl3pPr>
            <a:lvl4pPr>
              <a:defRPr sz="1200"/>
            </a:lvl4pPr>
            <a:lvl5pPr>
              <a:defRPr sz="1200"/>
            </a:lvl5pPr>
          </a:lstStyle>
          <a:p>
            <a:pPr lvl="0"/>
            <a:r>
              <a:rPr lang="de-AT" dirty="0"/>
              <a:t>Textmasterformat durch Klicken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4" name="Datumsplatzhalter 3"/>
          <p:cNvSpPr>
            <a:spLocks noGrp="1"/>
          </p:cNvSpPr>
          <p:nvPr>
            <p:ph type="dt" sz="half" idx="10"/>
          </p:nvPr>
        </p:nvSpPr>
        <p:spPr/>
        <p:txBody>
          <a:bodyPr/>
          <a:lstStyle/>
          <a:p>
            <a:endParaRPr lang="de-AT" dirty="0"/>
          </a:p>
        </p:txBody>
      </p:sp>
      <p:sp>
        <p:nvSpPr>
          <p:cNvPr id="8" name="Fußzeilenplatzhalter 7"/>
          <p:cNvSpPr>
            <a:spLocks noGrp="1"/>
          </p:cNvSpPr>
          <p:nvPr>
            <p:ph type="ftr" sz="quarter" idx="11"/>
          </p:nvPr>
        </p:nvSpPr>
        <p:spPr/>
        <p:txBody>
          <a:bodyPr/>
          <a:lstStyle/>
          <a:p>
            <a:endParaRPr lang="de-AT" dirty="0"/>
          </a:p>
        </p:txBody>
      </p:sp>
      <p:sp>
        <p:nvSpPr>
          <p:cNvPr id="9" name="Foliennummernplatzhalter 8"/>
          <p:cNvSpPr>
            <a:spLocks noGrp="1"/>
          </p:cNvSpPr>
          <p:nvPr>
            <p:ph type="sldNum" sz="quarter" idx="12"/>
          </p:nvPr>
        </p:nvSpPr>
        <p:spPr/>
        <p:txBody>
          <a:bodyPr/>
          <a:lstStyle/>
          <a:p>
            <a:r>
              <a:rPr lang="de-AT" dirty="0"/>
              <a:t>SEITE </a:t>
            </a:r>
            <a:fld id="{BE3DC40E-DBBE-4E2D-9EEC-FBF0DA0E9179}" type="slidenum">
              <a:rPr lang="de-AT" smtClean="0"/>
              <a:t>‹Nr.›</a:t>
            </a:fld>
            <a:endParaRPr lang="de-AT" dirty="0"/>
          </a:p>
        </p:txBody>
      </p:sp>
      <p:sp>
        <p:nvSpPr>
          <p:cNvPr id="2" name="Titel 1"/>
          <p:cNvSpPr>
            <a:spLocks noGrp="1"/>
          </p:cNvSpPr>
          <p:nvPr>
            <p:ph type="title"/>
          </p:nvPr>
        </p:nvSpPr>
        <p:spPr/>
        <p:txBody>
          <a:bodyPr/>
          <a:lstStyle>
            <a:lvl1pPr>
              <a:defRPr baseline="0"/>
            </a:lvl1pPr>
          </a:lstStyle>
          <a:p>
            <a:r>
              <a:rPr lang="de-DE" dirty="0"/>
              <a:t>Titelmasterformat durch Klicken bearbeiten</a:t>
            </a:r>
            <a:endParaRPr lang="de-AT" dirty="0"/>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p:bg>
      <p:bgPr>
        <a:solidFill>
          <a:schemeClr val="bg1"/>
        </a:solidFill>
        <a:effectLst/>
      </p:bgPr>
    </p:bg>
    <p:spTree>
      <p:nvGrpSpPr>
        <p:cNvPr id="1" name=""/>
        <p:cNvGrpSpPr/>
        <p:nvPr/>
      </p:nvGrpSpPr>
      <p:grpSpPr>
        <a:xfrm>
          <a:off x="0" y="0"/>
          <a:ext cx="0" cy="0"/>
          <a:chOff x="0" y="0"/>
          <a:chExt cx="0" cy="0"/>
        </a:xfrm>
      </p:grpSpPr>
      <p:grpSp>
        <p:nvGrpSpPr>
          <p:cNvPr id="2" name="Gruppieren 1"/>
          <p:cNvGrpSpPr/>
          <p:nvPr userDrawn="1"/>
        </p:nvGrpSpPr>
        <p:grpSpPr>
          <a:xfrm>
            <a:off x="287338" y="547943"/>
            <a:ext cx="8552850" cy="1835052"/>
            <a:chOff x="287338" y="547943"/>
            <a:chExt cx="8552850" cy="1835052"/>
          </a:xfrm>
        </p:grpSpPr>
        <p:sp>
          <p:nvSpPr>
            <p:cNvPr id="11" name="Rechteck 10"/>
            <p:cNvSpPr/>
            <p:nvPr userDrawn="1"/>
          </p:nvSpPr>
          <p:spPr bwMode="blackWhite">
            <a:xfrm>
              <a:off x="287338" y="547943"/>
              <a:ext cx="8552850" cy="1833840"/>
            </a:xfrm>
            <a:prstGeom prst="rect">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sz="1800" dirty="0"/>
                <a:t> </a:t>
              </a:r>
            </a:p>
          </p:txBody>
        </p:sp>
        <p:sp>
          <p:nvSpPr>
            <p:cNvPr id="4" name="Rechteck 3"/>
            <p:cNvSpPr/>
            <p:nvPr userDrawn="1"/>
          </p:nvSpPr>
          <p:spPr bwMode="blackWhite">
            <a:xfrm>
              <a:off x="287338" y="549155"/>
              <a:ext cx="5904662" cy="1833840"/>
            </a:xfrm>
            <a:prstGeom prst="rect">
              <a:avLst/>
            </a:prstGeom>
            <a:solidFill>
              <a:srgbClr val="0096D3"/>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de-AT" sz="1800" dirty="0"/>
            </a:p>
          </p:txBody>
        </p:sp>
      </p:grpSp>
      <p:sp>
        <p:nvSpPr>
          <p:cNvPr id="14" name="Textplatzhalter 9"/>
          <p:cNvSpPr>
            <a:spLocks noGrp="1"/>
          </p:cNvSpPr>
          <p:nvPr>
            <p:ph type="body" sz="quarter" idx="11"/>
          </p:nvPr>
        </p:nvSpPr>
        <p:spPr bwMode="white">
          <a:xfrm>
            <a:off x="287338" y="2647474"/>
            <a:ext cx="4284662" cy="620885"/>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pPr marL="0" lvl="0" defTabSz="914400"/>
            <a:r>
              <a:rPr lang="de-DE"/>
              <a:t>Textmasterformat bearbeiten</a:t>
            </a:r>
          </a:p>
        </p:txBody>
      </p:sp>
      <p:sp>
        <p:nvSpPr>
          <p:cNvPr id="10" name="Textplatzhalter 7"/>
          <p:cNvSpPr>
            <a:spLocks noGrp="1"/>
          </p:cNvSpPr>
          <p:nvPr>
            <p:ph type="body" sz="quarter" idx="12" hasCustomPrompt="1"/>
          </p:nvPr>
        </p:nvSpPr>
        <p:spPr>
          <a:xfrm>
            <a:off x="457200" y="4884234"/>
            <a:ext cx="1638300" cy="219261"/>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de-AT" dirty="0"/>
              <a:t>Stand: </a:t>
            </a:r>
            <a:r>
              <a:rPr lang="de-AT" dirty="0" err="1"/>
              <a:t>xx.xx.xxxx</a:t>
            </a:r>
            <a:endParaRPr lang="de-AT" dirty="0"/>
          </a:p>
        </p:txBody>
      </p:sp>
      <p:sp>
        <p:nvSpPr>
          <p:cNvPr id="13" name="Titel 1"/>
          <p:cNvSpPr>
            <a:spLocks noGrp="1"/>
          </p:cNvSpPr>
          <p:nvPr>
            <p:ph type="ctrTitle" hasCustomPrompt="1"/>
          </p:nvPr>
        </p:nvSpPr>
        <p:spPr bwMode="black">
          <a:xfrm>
            <a:off x="605406" y="1171229"/>
            <a:ext cx="5436000" cy="9234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de-AT" dirty="0"/>
              <a:t>Maximal zweizeiligen </a:t>
            </a:r>
            <a:br>
              <a:rPr lang="de-AT" dirty="0"/>
            </a:br>
            <a:r>
              <a:rPr lang="de-AT" dirty="0"/>
              <a:t>Titel eingeben</a:t>
            </a:r>
          </a:p>
        </p:txBody>
      </p:sp>
      <p:sp>
        <p:nvSpPr>
          <p:cNvPr id="15" name="Untertitel 2"/>
          <p:cNvSpPr>
            <a:spLocks noGrp="1"/>
          </p:cNvSpPr>
          <p:nvPr>
            <p:ph type="subTitle" idx="1" hasCustomPrompt="1"/>
          </p:nvPr>
        </p:nvSpPr>
        <p:spPr bwMode="black">
          <a:xfrm>
            <a:off x="605406" y="893772"/>
            <a:ext cx="5436000" cy="316380"/>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de-AT" dirty="0"/>
              <a:t>Bei Bedarf Untertitel hier eingeben</a:t>
            </a:r>
          </a:p>
        </p:txBody>
      </p:sp>
      <p:pic>
        <p:nvPicPr>
          <p:cNvPr id="16" name="Bild 19"/>
          <p:cNvPicPr>
            <a:picLocks noChangeAspect="1"/>
          </p:cNvPicPr>
          <p:nvPr userDrawn="1"/>
        </p:nvPicPr>
        <p:blipFill>
          <a:blip r:embed="rId2"/>
          <a:stretch>
            <a:fillRect/>
          </a:stretch>
        </p:blipFill>
        <p:spPr>
          <a:xfrm>
            <a:off x="6556993" y="884724"/>
            <a:ext cx="1874020" cy="975100"/>
          </a:xfrm>
          <a:prstGeom prst="rect">
            <a:avLst/>
          </a:prstGeom>
        </p:spPr>
      </p:pic>
      <p:pic>
        <p:nvPicPr>
          <p:cNvPr id="17" name="Grafik 1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bwMode="gray">
          <a:xfrm>
            <a:off x="6684183" y="4591527"/>
            <a:ext cx="1749556" cy="402337"/>
          </a:xfrm>
          <a:prstGeom prst="rect">
            <a:avLst/>
          </a:prstGeom>
        </p:spPr>
      </p:pic>
    </p:spTree>
    <p:extLst>
      <p:ext uri="{BB962C8B-B14F-4D97-AF65-F5344CB8AC3E}">
        <p14:creationId xmlns:p14="http://schemas.microsoft.com/office/powerpoint/2010/main" val="15467961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kurz">
    <p:spTree>
      <p:nvGrpSpPr>
        <p:cNvPr id="1" name=""/>
        <p:cNvGrpSpPr/>
        <p:nvPr/>
      </p:nvGrpSpPr>
      <p:grpSpPr>
        <a:xfrm>
          <a:off x="0" y="0"/>
          <a:ext cx="0" cy="0"/>
          <a:chOff x="0" y="0"/>
          <a:chExt cx="0" cy="0"/>
        </a:xfrm>
      </p:grpSpPr>
      <p:grpSp>
        <p:nvGrpSpPr>
          <p:cNvPr id="19" name="Gruppieren 18"/>
          <p:cNvGrpSpPr/>
          <p:nvPr userDrawn="1"/>
        </p:nvGrpSpPr>
        <p:grpSpPr>
          <a:xfrm>
            <a:off x="287338" y="547943"/>
            <a:ext cx="8552850" cy="1553556"/>
            <a:chOff x="287338" y="547943"/>
            <a:chExt cx="8552850" cy="1835052"/>
          </a:xfrm>
        </p:grpSpPr>
        <p:sp>
          <p:nvSpPr>
            <p:cNvPr id="20" name="Rechteck 19"/>
            <p:cNvSpPr/>
            <p:nvPr userDrawn="1"/>
          </p:nvSpPr>
          <p:spPr bwMode="blackWhite">
            <a:xfrm>
              <a:off x="287338" y="547943"/>
              <a:ext cx="8552850" cy="1833840"/>
            </a:xfrm>
            <a:prstGeom prst="rect">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sz="1800" dirty="0"/>
                <a:t> </a:t>
              </a:r>
            </a:p>
          </p:txBody>
        </p:sp>
        <p:sp>
          <p:nvSpPr>
            <p:cNvPr id="21" name="Rechteck 20"/>
            <p:cNvSpPr/>
            <p:nvPr userDrawn="1"/>
          </p:nvSpPr>
          <p:spPr bwMode="blackWhite">
            <a:xfrm>
              <a:off x="287338" y="549155"/>
              <a:ext cx="5904662" cy="1833840"/>
            </a:xfrm>
            <a:prstGeom prst="rect">
              <a:avLst/>
            </a:prstGeom>
            <a:solidFill>
              <a:schemeClr val="accent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de-AT" sz="1800" dirty="0"/>
            </a:p>
          </p:txBody>
        </p:sp>
      </p:grpSp>
      <p:sp>
        <p:nvSpPr>
          <p:cNvPr id="2" name="Titel 1"/>
          <p:cNvSpPr>
            <a:spLocks noGrp="1"/>
          </p:cNvSpPr>
          <p:nvPr>
            <p:ph type="ctrTitle" hasCustomPrompt="1"/>
          </p:nvPr>
        </p:nvSpPr>
        <p:spPr bwMode="black">
          <a:xfrm>
            <a:off x="605407" y="1166238"/>
            <a:ext cx="5436000" cy="465043"/>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de-AT" dirty="0"/>
              <a:t>Einzeiligen Titel eingeben</a:t>
            </a:r>
          </a:p>
        </p:txBody>
      </p:sp>
      <p:sp>
        <p:nvSpPr>
          <p:cNvPr id="3" name="Untertitel 2"/>
          <p:cNvSpPr>
            <a:spLocks noGrp="1"/>
          </p:cNvSpPr>
          <p:nvPr>
            <p:ph type="subTitle" idx="1" hasCustomPrompt="1"/>
          </p:nvPr>
        </p:nvSpPr>
        <p:spPr bwMode="black">
          <a:xfrm>
            <a:off x="605407" y="893772"/>
            <a:ext cx="5436000" cy="274060"/>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de-AT" dirty="0"/>
              <a:t>Bei Bedarf Untertitel hier eingeben</a:t>
            </a:r>
          </a:p>
        </p:txBody>
      </p:sp>
      <p:sp>
        <p:nvSpPr>
          <p:cNvPr id="14" name="Textplatzhalter 9"/>
          <p:cNvSpPr>
            <a:spLocks noGrp="1"/>
          </p:cNvSpPr>
          <p:nvPr>
            <p:ph type="body" sz="quarter" idx="11"/>
          </p:nvPr>
        </p:nvSpPr>
        <p:spPr bwMode="white">
          <a:xfrm>
            <a:off x="287338" y="2378617"/>
            <a:ext cx="4284662" cy="620885"/>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pPr marL="0" lvl="0" defTabSz="914400"/>
            <a:r>
              <a:rPr lang="de-DE"/>
              <a:t>Textmasterformat bearbeiten</a:t>
            </a:r>
          </a:p>
        </p:txBody>
      </p:sp>
      <p:sp>
        <p:nvSpPr>
          <p:cNvPr id="12" name="Textplatzhalter 7"/>
          <p:cNvSpPr>
            <a:spLocks noGrp="1"/>
          </p:cNvSpPr>
          <p:nvPr>
            <p:ph type="body" sz="quarter" idx="12" hasCustomPrompt="1"/>
          </p:nvPr>
        </p:nvSpPr>
        <p:spPr>
          <a:xfrm>
            <a:off x="457200" y="4884234"/>
            <a:ext cx="1638300" cy="219261"/>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de-AT" dirty="0"/>
              <a:t>Stand: </a:t>
            </a:r>
            <a:r>
              <a:rPr lang="de-AT" dirty="0" err="1"/>
              <a:t>xx.xx.xxxx</a:t>
            </a:r>
            <a:endParaRPr lang="de-AT" dirty="0"/>
          </a:p>
        </p:txBody>
      </p:sp>
      <p:pic>
        <p:nvPicPr>
          <p:cNvPr id="13" name="Bild 19"/>
          <p:cNvPicPr>
            <a:picLocks noChangeAspect="1"/>
          </p:cNvPicPr>
          <p:nvPr userDrawn="1"/>
        </p:nvPicPr>
        <p:blipFill>
          <a:blip r:embed="rId2"/>
          <a:stretch>
            <a:fillRect/>
          </a:stretch>
        </p:blipFill>
        <p:spPr>
          <a:xfrm>
            <a:off x="6556993" y="884724"/>
            <a:ext cx="1874020" cy="975100"/>
          </a:xfrm>
          <a:prstGeom prst="rect">
            <a:avLst/>
          </a:prstGeom>
        </p:spPr>
      </p:pic>
      <p:pic>
        <p:nvPicPr>
          <p:cNvPr id="17" name="Grafik 1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684183" y="4591527"/>
            <a:ext cx="1749556" cy="402337"/>
          </a:xfrm>
          <a:prstGeom prst="rect">
            <a:avLst/>
          </a:prstGeom>
        </p:spPr>
      </p:pic>
    </p:spTree>
    <p:extLst>
      <p:ext uri="{BB962C8B-B14F-4D97-AF65-F5344CB8AC3E}">
        <p14:creationId xmlns:p14="http://schemas.microsoft.com/office/powerpoint/2010/main" val="191926800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elfolie Bild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0" name="Gruppieren 19"/>
          <p:cNvGrpSpPr/>
          <p:nvPr userDrawn="1"/>
        </p:nvGrpSpPr>
        <p:grpSpPr bwMode="blackWhite">
          <a:xfrm>
            <a:off x="287338" y="546298"/>
            <a:ext cx="8552850" cy="1835031"/>
            <a:chOff x="287338" y="603319"/>
            <a:chExt cx="8552850" cy="2037600"/>
          </a:xfrm>
        </p:grpSpPr>
        <p:sp>
          <p:nvSpPr>
            <p:cNvPr id="21" name="Rechteck 20"/>
            <p:cNvSpPr/>
            <p:nvPr userDrawn="1"/>
          </p:nvSpPr>
          <p:spPr bwMode="blackWhite">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de-AT"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de-AT" dirty="0"/>
            </a:p>
          </p:txBody>
        </p:sp>
      </p:grpSp>
      <p:sp>
        <p:nvSpPr>
          <p:cNvPr id="10" name="Textplatzhalter 9"/>
          <p:cNvSpPr>
            <a:spLocks noGrp="1"/>
          </p:cNvSpPr>
          <p:nvPr>
            <p:ph type="body" sz="quarter" idx="11"/>
          </p:nvPr>
        </p:nvSpPr>
        <p:spPr bwMode="white">
          <a:xfrm>
            <a:off x="287338" y="2616430"/>
            <a:ext cx="4284662" cy="620885"/>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pPr marL="0" lvl="0" defTabSz="914400"/>
            <a:r>
              <a:rPr lang="de-DE"/>
              <a:t>Textmasterformat bearbeiten</a:t>
            </a:r>
          </a:p>
        </p:txBody>
      </p:sp>
      <p:sp>
        <p:nvSpPr>
          <p:cNvPr id="14" name="Textplatzhalter 7"/>
          <p:cNvSpPr>
            <a:spLocks noGrp="1"/>
          </p:cNvSpPr>
          <p:nvPr>
            <p:ph type="body" sz="quarter" idx="12" hasCustomPrompt="1"/>
          </p:nvPr>
        </p:nvSpPr>
        <p:spPr>
          <a:xfrm>
            <a:off x="457200" y="4884234"/>
            <a:ext cx="1638300" cy="219261"/>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de-AT" dirty="0"/>
              <a:t>Stand: </a:t>
            </a:r>
            <a:r>
              <a:rPr lang="de-AT" dirty="0" err="1"/>
              <a:t>xx.xx.xxxx</a:t>
            </a:r>
            <a:endParaRPr lang="de-AT" dirty="0"/>
          </a:p>
        </p:txBody>
      </p:sp>
      <p:sp>
        <p:nvSpPr>
          <p:cNvPr id="16" name="Titel 1"/>
          <p:cNvSpPr>
            <a:spLocks noGrp="1"/>
          </p:cNvSpPr>
          <p:nvPr>
            <p:ph type="ctrTitle" hasCustomPrompt="1"/>
          </p:nvPr>
        </p:nvSpPr>
        <p:spPr bwMode="black">
          <a:xfrm>
            <a:off x="605406" y="1171229"/>
            <a:ext cx="5436000" cy="9234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de-AT" dirty="0"/>
              <a:t>Maximal zweizeiligen </a:t>
            </a:r>
            <a:br>
              <a:rPr lang="de-AT" dirty="0"/>
            </a:br>
            <a:r>
              <a:rPr lang="de-AT" dirty="0"/>
              <a:t>Titel eingeben</a:t>
            </a:r>
          </a:p>
        </p:txBody>
      </p:sp>
      <p:sp>
        <p:nvSpPr>
          <p:cNvPr id="17" name="Untertitel 2"/>
          <p:cNvSpPr>
            <a:spLocks noGrp="1"/>
          </p:cNvSpPr>
          <p:nvPr>
            <p:ph type="subTitle" idx="1" hasCustomPrompt="1"/>
          </p:nvPr>
        </p:nvSpPr>
        <p:spPr bwMode="black">
          <a:xfrm>
            <a:off x="605406" y="893772"/>
            <a:ext cx="5436000" cy="316380"/>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de-AT" dirty="0"/>
              <a:t>Bei Bedarf Untertitel hier eingeben</a:t>
            </a:r>
          </a:p>
        </p:txBody>
      </p:sp>
      <p:pic>
        <p:nvPicPr>
          <p:cNvPr id="12" name="Bild 19"/>
          <p:cNvPicPr>
            <a:picLocks noChangeAspect="1"/>
          </p:cNvPicPr>
          <p:nvPr userDrawn="1"/>
        </p:nvPicPr>
        <p:blipFill>
          <a:blip r:embed="rId3"/>
          <a:stretch>
            <a:fillRect/>
          </a:stretch>
        </p:blipFill>
        <p:spPr>
          <a:xfrm>
            <a:off x="6556993" y="884724"/>
            <a:ext cx="1874020" cy="975100"/>
          </a:xfrm>
          <a:prstGeom prst="rect">
            <a:avLst/>
          </a:prstGeom>
        </p:spPr>
      </p:pic>
      <p:pic>
        <p:nvPicPr>
          <p:cNvPr id="18" name="Grafik 1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85846" y="4591970"/>
            <a:ext cx="1749600" cy="401894"/>
          </a:xfrm>
          <a:prstGeom prst="rect">
            <a:avLst/>
          </a:prstGeom>
        </p:spPr>
      </p:pic>
    </p:spTree>
    <p:extLst>
      <p:ext uri="{BB962C8B-B14F-4D97-AF65-F5344CB8AC3E}">
        <p14:creationId xmlns:p14="http://schemas.microsoft.com/office/powerpoint/2010/main" val="304207811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elfolie Bild 2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3" name="Gruppieren 12"/>
          <p:cNvGrpSpPr/>
          <p:nvPr userDrawn="1"/>
        </p:nvGrpSpPr>
        <p:grpSpPr bwMode="blackWhite">
          <a:xfrm>
            <a:off x="287338" y="546299"/>
            <a:ext cx="8552850" cy="1555200"/>
            <a:chOff x="287338" y="603319"/>
            <a:chExt cx="8552850" cy="2037600"/>
          </a:xfrm>
        </p:grpSpPr>
        <p:sp>
          <p:nvSpPr>
            <p:cNvPr id="14" name="Rechteck 13"/>
            <p:cNvSpPr/>
            <p:nvPr userDrawn="1"/>
          </p:nvSpPr>
          <p:spPr bwMode="blackWhite">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de-AT"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de-AT" dirty="0"/>
            </a:p>
          </p:txBody>
        </p:sp>
      </p:grpSp>
      <p:sp>
        <p:nvSpPr>
          <p:cNvPr id="2" name="Titel 1"/>
          <p:cNvSpPr>
            <a:spLocks noGrp="1"/>
          </p:cNvSpPr>
          <p:nvPr>
            <p:ph type="ctrTitle" hasCustomPrompt="1"/>
          </p:nvPr>
        </p:nvSpPr>
        <p:spPr bwMode="black">
          <a:xfrm>
            <a:off x="605407" y="1166238"/>
            <a:ext cx="5436000" cy="465043"/>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de-AT" dirty="0"/>
              <a:t>Einzeiligen Titel eingeben</a:t>
            </a:r>
          </a:p>
        </p:txBody>
      </p:sp>
      <p:sp>
        <p:nvSpPr>
          <p:cNvPr id="3" name="Untertitel 2"/>
          <p:cNvSpPr>
            <a:spLocks noGrp="1"/>
          </p:cNvSpPr>
          <p:nvPr>
            <p:ph type="subTitle" idx="1" hasCustomPrompt="1"/>
          </p:nvPr>
        </p:nvSpPr>
        <p:spPr bwMode="black">
          <a:xfrm>
            <a:off x="605407" y="893772"/>
            <a:ext cx="5436000" cy="274060"/>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de-AT" dirty="0"/>
              <a:t>Bei Bedarf Untertitel hier eingeben</a:t>
            </a:r>
          </a:p>
        </p:txBody>
      </p:sp>
      <p:sp>
        <p:nvSpPr>
          <p:cNvPr id="16" name="Textplatzhalter 9"/>
          <p:cNvSpPr>
            <a:spLocks noGrp="1"/>
          </p:cNvSpPr>
          <p:nvPr>
            <p:ph type="body" sz="quarter" idx="11"/>
          </p:nvPr>
        </p:nvSpPr>
        <p:spPr bwMode="white">
          <a:xfrm>
            <a:off x="287338" y="2347573"/>
            <a:ext cx="4284662" cy="620885"/>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pPr marL="0" lvl="0" defTabSz="914400"/>
            <a:r>
              <a:rPr lang="de-DE"/>
              <a:t>Textmasterformat bearbeiten</a:t>
            </a:r>
          </a:p>
        </p:txBody>
      </p:sp>
      <p:sp>
        <p:nvSpPr>
          <p:cNvPr id="12" name="Textplatzhalter 7"/>
          <p:cNvSpPr>
            <a:spLocks noGrp="1"/>
          </p:cNvSpPr>
          <p:nvPr>
            <p:ph type="body" sz="quarter" idx="12" hasCustomPrompt="1"/>
          </p:nvPr>
        </p:nvSpPr>
        <p:spPr>
          <a:xfrm>
            <a:off x="457200" y="4884234"/>
            <a:ext cx="1638300" cy="219261"/>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de-AT" dirty="0"/>
              <a:t>Stand: </a:t>
            </a:r>
            <a:r>
              <a:rPr lang="de-AT" dirty="0" err="1"/>
              <a:t>xx.xx.xxxx</a:t>
            </a:r>
            <a:endParaRPr lang="de-AT" dirty="0"/>
          </a:p>
        </p:txBody>
      </p:sp>
      <p:pic>
        <p:nvPicPr>
          <p:cNvPr id="17" name="Bild 19"/>
          <p:cNvPicPr>
            <a:picLocks noChangeAspect="1"/>
          </p:cNvPicPr>
          <p:nvPr userDrawn="1"/>
        </p:nvPicPr>
        <p:blipFill>
          <a:blip r:embed="rId3"/>
          <a:stretch>
            <a:fillRect/>
          </a:stretch>
        </p:blipFill>
        <p:spPr>
          <a:xfrm>
            <a:off x="6556993" y="884724"/>
            <a:ext cx="1874020" cy="975100"/>
          </a:xfrm>
          <a:prstGeom prst="rect">
            <a:avLst/>
          </a:prstGeom>
        </p:spPr>
      </p:pic>
      <p:pic>
        <p:nvPicPr>
          <p:cNvPr id="18" name="Grafik 1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85846" y="4591970"/>
            <a:ext cx="1749600" cy="401894"/>
          </a:xfrm>
          <a:prstGeom prst="rect">
            <a:avLst/>
          </a:prstGeom>
        </p:spPr>
      </p:pic>
    </p:spTree>
    <p:extLst>
      <p:ext uri="{BB962C8B-B14F-4D97-AF65-F5344CB8AC3E}">
        <p14:creationId xmlns:p14="http://schemas.microsoft.com/office/powerpoint/2010/main" val="144166685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elfolie Bild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5" name="Gruppieren 14"/>
          <p:cNvGrpSpPr/>
          <p:nvPr userDrawn="1"/>
        </p:nvGrpSpPr>
        <p:grpSpPr bwMode="blackWhite">
          <a:xfrm>
            <a:off x="287338" y="546298"/>
            <a:ext cx="8552850" cy="1835031"/>
            <a:chOff x="287338" y="603319"/>
            <a:chExt cx="8552850" cy="2037600"/>
          </a:xfrm>
        </p:grpSpPr>
        <p:sp>
          <p:nvSpPr>
            <p:cNvPr id="16" name="Rechteck 15"/>
            <p:cNvSpPr/>
            <p:nvPr userDrawn="1"/>
          </p:nvSpPr>
          <p:spPr bwMode="blackWhite">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de-AT" dirty="0"/>
            </a:p>
          </p:txBody>
        </p:sp>
        <p:sp>
          <p:nvSpPr>
            <p:cNvPr id="17" name="Rechteck 16"/>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de-AT" dirty="0"/>
            </a:p>
          </p:txBody>
        </p:sp>
      </p:grpSp>
      <p:sp>
        <p:nvSpPr>
          <p:cNvPr id="10" name="Textplatzhalter 9"/>
          <p:cNvSpPr>
            <a:spLocks noGrp="1"/>
          </p:cNvSpPr>
          <p:nvPr>
            <p:ph type="body" sz="quarter" idx="11"/>
          </p:nvPr>
        </p:nvSpPr>
        <p:spPr bwMode="white">
          <a:xfrm>
            <a:off x="287338" y="2616430"/>
            <a:ext cx="4284662" cy="620885"/>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pPr marL="0" lvl="0" defTabSz="914400"/>
            <a:r>
              <a:rPr lang="de-DE"/>
              <a:t>Textmasterformat bearbeiten</a:t>
            </a:r>
          </a:p>
        </p:txBody>
      </p:sp>
      <p:sp>
        <p:nvSpPr>
          <p:cNvPr id="14" name="Textplatzhalter 7"/>
          <p:cNvSpPr>
            <a:spLocks noGrp="1"/>
          </p:cNvSpPr>
          <p:nvPr>
            <p:ph type="body" sz="quarter" idx="12" hasCustomPrompt="1"/>
          </p:nvPr>
        </p:nvSpPr>
        <p:spPr>
          <a:xfrm>
            <a:off x="457200" y="4884234"/>
            <a:ext cx="1638300" cy="219261"/>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de-AT" dirty="0"/>
              <a:t>Stand: </a:t>
            </a:r>
            <a:r>
              <a:rPr lang="de-AT" dirty="0" err="1"/>
              <a:t>xx.xx.xxxx</a:t>
            </a:r>
            <a:endParaRPr lang="de-AT" dirty="0"/>
          </a:p>
        </p:txBody>
      </p:sp>
      <p:sp>
        <p:nvSpPr>
          <p:cNvPr id="12" name="Titel 1"/>
          <p:cNvSpPr>
            <a:spLocks noGrp="1"/>
          </p:cNvSpPr>
          <p:nvPr>
            <p:ph type="ctrTitle" hasCustomPrompt="1"/>
          </p:nvPr>
        </p:nvSpPr>
        <p:spPr bwMode="black">
          <a:xfrm>
            <a:off x="605406" y="1171229"/>
            <a:ext cx="5436000" cy="9234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de-AT" dirty="0"/>
              <a:t>Maximal zweizeiligen </a:t>
            </a:r>
            <a:br>
              <a:rPr lang="de-AT" dirty="0"/>
            </a:br>
            <a:r>
              <a:rPr lang="de-AT" dirty="0"/>
              <a:t>Titel eingeben</a:t>
            </a:r>
          </a:p>
        </p:txBody>
      </p:sp>
      <p:sp>
        <p:nvSpPr>
          <p:cNvPr id="13" name="Untertitel 2"/>
          <p:cNvSpPr>
            <a:spLocks noGrp="1"/>
          </p:cNvSpPr>
          <p:nvPr>
            <p:ph type="subTitle" idx="1" hasCustomPrompt="1"/>
          </p:nvPr>
        </p:nvSpPr>
        <p:spPr bwMode="black">
          <a:xfrm>
            <a:off x="605406" y="893772"/>
            <a:ext cx="5436000" cy="316380"/>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de-AT" dirty="0"/>
              <a:t>Bei Bedarf Untertitel hier eingeben</a:t>
            </a:r>
          </a:p>
        </p:txBody>
      </p:sp>
      <p:pic>
        <p:nvPicPr>
          <p:cNvPr id="18" name="Bild 19"/>
          <p:cNvPicPr>
            <a:picLocks noChangeAspect="1"/>
          </p:cNvPicPr>
          <p:nvPr userDrawn="1"/>
        </p:nvPicPr>
        <p:blipFill>
          <a:blip r:embed="rId3"/>
          <a:stretch>
            <a:fillRect/>
          </a:stretch>
        </p:blipFill>
        <p:spPr>
          <a:xfrm>
            <a:off x="6556993" y="884724"/>
            <a:ext cx="1874020" cy="975100"/>
          </a:xfrm>
          <a:prstGeom prst="rect">
            <a:avLst/>
          </a:prstGeom>
        </p:spPr>
      </p:pic>
      <p:pic>
        <p:nvPicPr>
          <p:cNvPr id="19" name="Grafik 1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bwMode="black">
          <a:xfrm>
            <a:off x="6685846" y="4591970"/>
            <a:ext cx="1749600" cy="401894"/>
          </a:xfrm>
          <a:prstGeom prst="rect">
            <a:avLst/>
          </a:prstGeom>
        </p:spPr>
      </p:pic>
    </p:spTree>
    <p:extLst>
      <p:ext uri="{BB962C8B-B14F-4D97-AF65-F5344CB8AC3E}">
        <p14:creationId xmlns:p14="http://schemas.microsoft.com/office/powerpoint/2010/main" val="418831637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elfolie Bild 3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3" name="Gruppieren 12"/>
          <p:cNvGrpSpPr/>
          <p:nvPr userDrawn="1"/>
        </p:nvGrpSpPr>
        <p:grpSpPr bwMode="blackWhite">
          <a:xfrm>
            <a:off x="287338" y="546299"/>
            <a:ext cx="8552850" cy="1555200"/>
            <a:chOff x="287338" y="603319"/>
            <a:chExt cx="8552850" cy="2037600"/>
          </a:xfrm>
        </p:grpSpPr>
        <p:sp>
          <p:nvSpPr>
            <p:cNvPr id="15" name="Rechteck 14"/>
            <p:cNvSpPr/>
            <p:nvPr userDrawn="1"/>
          </p:nvSpPr>
          <p:spPr bwMode="blackWhite">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de-AT" dirty="0"/>
            </a:p>
          </p:txBody>
        </p:sp>
        <p:sp>
          <p:nvSpPr>
            <p:cNvPr id="18" name="Rechteck 17"/>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de-AT" dirty="0"/>
            </a:p>
          </p:txBody>
        </p:sp>
      </p:grpSp>
      <p:sp>
        <p:nvSpPr>
          <p:cNvPr id="2" name="Titel 1"/>
          <p:cNvSpPr>
            <a:spLocks noGrp="1"/>
          </p:cNvSpPr>
          <p:nvPr>
            <p:ph type="ctrTitle" hasCustomPrompt="1"/>
          </p:nvPr>
        </p:nvSpPr>
        <p:spPr bwMode="black">
          <a:xfrm>
            <a:off x="605407" y="1166238"/>
            <a:ext cx="5436000" cy="465043"/>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de-AT" dirty="0"/>
              <a:t>Einzeiligen Titel eingeben</a:t>
            </a:r>
          </a:p>
        </p:txBody>
      </p:sp>
      <p:sp>
        <p:nvSpPr>
          <p:cNvPr id="3" name="Untertitel 2"/>
          <p:cNvSpPr>
            <a:spLocks noGrp="1"/>
          </p:cNvSpPr>
          <p:nvPr>
            <p:ph type="subTitle" idx="1" hasCustomPrompt="1"/>
          </p:nvPr>
        </p:nvSpPr>
        <p:spPr bwMode="black">
          <a:xfrm>
            <a:off x="605407" y="893772"/>
            <a:ext cx="5436000" cy="274060"/>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de-AT" dirty="0"/>
              <a:t>Bei Bedarf Untertitel hier eingeben</a:t>
            </a:r>
          </a:p>
        </p:txBody>
      </p:sp>
      <p:sp>
        <p:nvSpPr>
          <p:cNvPr id="16" name="Textplatzhalter 9"/>
          <p:cNvSpPr>
            <a:spLocks noGrp="1"/>
          </p:cNvSpPr>
          <p:nvPr>
            <p:ph type="body" sz="quarter" idx="11"/>
          </p:nvPr>
        </p:nvSpPr>
        <p:spPr bwMode="white">
          <a:xfrm>
            <a:off x="287338" y="2347573"/>
            <a:ext cx="4284662" cy="620885"/>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pPr marL="0" lvl="0" defTabSz="914400"/>
            <a:r>
              <a:rPr lang="de-DE"/>
              <a:t>Textmasterformat bearbeiten</a:t>
            </a:r>
          </a:p>
        </p:txBody>
      </p:sp>
      <p:sp>
        <p:nvSpPr>
          <p:cNvPr id="12" name="Textplatzhalter 7"/>
          <p:cNvSpPr>
            <a:spLocks noGrp="1"/>
          </p:cNvSpPr>
          <p:nvPr>
            <p:ph type="body" sz="quarter" idx="12" hasCustomPrompt="1"/>
          </p:nvPr>
        </p:nvSpPr>
        <p:spPr>
          <a:xfrm>
            <a:off x="457200" y="4884234"/>
            <a:ext cx="1638300" cy="219261"/>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de-AT" dirty="0"/>
              <a:t>Stand: </a:t>
            </a:r>
            <a:r>
              <a:rPr lang="de-AT" dirty="0" err="1"/>
              <a:t>xx.xx.xxxx</a:t>
            </a:r>
            <a:endParaRPr lang="de-AT" dirty="0"/>
          </a:p>
        </p:txBody>
      </p:sp>
      <p:pic>
        <p:nvPicPr>
          <p:cNvPr id="14" name="Bild 19"/>
          <p:cNvPicPr>
            <a:picLocks noChangeAspect="1"/>
          </p:cNvPicPr>
          <p:nvPr userDrawn="1"/>
        </p:nvPicPr>
        <p:blipFill>
          <a:blip r:embed="rId3"/>
          <a:stretch>
            <a:fillRect/>
          </a:stretch>
        </p:blipFill>
        <p:spPr>
          <a:xfrm>
            <a:off x="6556993" y="884724"/>
            <a:ext cx="1874020" cy="975100"/>
          </a:xfrm>
          <a:prstGeom prst="rect">
            <a:avLst/>
          </a:prstGeom>
        </p:spPr>
      </p:pic>
      <p:pic>
        <p:nvPicPr>
          <p:cNvPr id="17" name="Grafik 1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bwMode="black">
          <a:xfrm>
            <a:off x="6685846" y="4591970"/>
            <a:ext cx="1749600" cy="401894"/>
          </a:xfrm>
          <a:prstGeom prst="rect">
            <a:avLst/>
          </a:prstGeom>
        </p:spPr>
      </p:pic>
    </p:spTree>
    <p:extLst>
      <p:ext uri="{BB962C8B-B14F-4D97-AF65-F5344CB8AC3E}">
        <p14:creationId xmlns:p14="http://schemas.microsoft.com/office/powerpoint/2010/main" val="383958111"/>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Kapitelfolie">
    <p:bg>
      <p:bgPr>
        <a:solidFill>
          <a:schemeClr val="bg1"/>
        </a:solidFill>
        <a:effectLst/>
      </p:bgPr>
    </p:bg>
    <p:spTree>
      <p:nvGrpSpPr>
        <p:cNvPr id="1" name=""/>
        <p:cNvGrpSpPr/>
        <p:nvPr/>
      </p:nvGrpSpPr>
      <p:grpSpPr>
        <a:xfrm>
          <a:off x="0" y="0"/>
          <a:ext cx="0" cy="0"/>
          <a:chOff x="0" y="0"/>
          <a:chExt cx="0" cy="0"/>
        </a:xfrm>
      </p:grpSpPr>
      <p:grpSp>
        <p:nvGrpSpPr>
          <p:cNvPr id="6" name="Gruppieren 5"/>
          <p:cNvGrpSpPr/>
          <p:nvPr userDrawn="1"/>
        </p:nvGrpSpPr>
        <p:grpSpPr>
          <a:xfrm>
            <a:off x="287338" y="547943"/>
            <a:ext cx="8552850" cy="1835052"/>
            <a:chOff x="287338" y="547943"/>
            <a:chExt cx="8552850" cy="1835052"/>
          </a:xfrm>
        </p:grpSpPr>
        <p:sp>
          <p:nvSpPr>
            <p:cNvPr id="18" name="Rechteck 17"/>
            <p:cNvSpPr/>
            <p:nvPr userDrawn="1"/>
          </p:nvSpPr>
          <p:spPr bwMode="blackWhite">
            <a:xfrm>
              <a:off x="287338" y="547943"/>
              <a:ext cx="8552850" cy="1833840"/>
            </a:xfrm>
            <a:prstGeom prst="rect">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sz="1800" dirty="0"/>
                <a:t> </a:t>
              </a:r>
            </a:p>
          </p:txBody>
        </p:sp>
        <p:sp>
          <p:nvSpPr>
            <p:cNvPr id="19" name="Rechteck 18"/>
            <p:cNvSpPr/>
            <p:nvPr userDrawn="1"/>
          </p:nvSpPr>
          <p:spPr bwMode="blackWhite">
            <a:xfrm>
              <a:off x="287338" y="549155"/>
              <a:ext cx="5904662" cy="1833840"/>
            </a:xfrm>
            <a:prstGeom prst="rect">
              <a:avLst/>
            </a:prstGeom>
            <a:solidFill>
              <a:schemeClr val="accent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de-AT" sz="1800" dirty="0"/>
            </a:p>
          </p:txBody>
        </p:sp>
      </p:grpSp>
      <p:sp>
        <p:nvSpPr>
          <p:cNvPr id="14" name="Textplatzhalter 9"/>
          <p:cNvSpPr>
            <a:spLocks noGrp="1"/>
          </p:cNvSpPr>
          <p:nvPr>
            <p:ph type="body" sz="quarter" idx="11"/>
          </p:nvPr>
        </p:nvSpPr>
        <p:spPr bwMode="white">
          <a:xfrm>
            <a:off x="287338" y="2647474"/>
            <a:ext cx="4284662" cy="620885"/>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pPr marL="0" lvl="0" defTabSz="914400"/>
            <a:r>
              <a:rPr lang="de-DE"/>
              <a:t>Textmasterformat bearbeiten</a:t>
            </a:r>
          </a:p>
        </p:txBody>
      </p:sp>
      <p:sp>
        <p:nvSpPr>
          <p:cNvPr id="13" name="Titel 1"/>
          <p:cNvSpPr>
            <a:spLocks noGrp="1"/>
          </p:cNvSpPr>
          <p:nvPr>
            <p:ph type="ctrTitle" hasCustomPrompt="1"/>
          </p:nvPr>
        </p:nvSpPr>
        <p:spPr bwMode="black">
          <a:xfrm>
            <a:off x="605406" y="1171229"/>
            <a:ext cx="5436000" cy="923400"/>
          </a:xfrm>
          <a:prstGeom prst="rect">
            <a:avLst/>
          </a:prstGeom>
        </p:spPr>
        <p:txBody>
          <a:bodyPr tIns="0" anchor="ctr"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de-AT" dirty="0"/>
              <a:t>Maximal zweizeiligen </a:t>
            </a:r>
            <a:br>
              <a:rPr lang="de-AT" dirty="0"/>
            </a:br>
            <a:r>
              <a:rPr lang="de-AT" dirty="0"/>
              <a:t>Titel eingeben</a:t>
            </a:r>
          </a:p>
        </p:txBody>
      </p:sp>
      <p:pic>
        <p:nvPicPr>
          <p:cNvPr id="16" name="Bild 19"/>
          <p:cNvPicPr>
            <a:picLocks noChangeAspect="1"/>
          </p:cNvPicPr>
          <p:nvPr userDrawn="1"/>
        </p:nvPicPr>
        <p:blipFill>
          <a:blip r:embed="rId2"/>
          <a:stretch>
            <a:fillRect/>
          </a:stretch>
        </p:blipFill>
        <p:spPr>
          <a:xfrm>
            <a:off x="6556993" y="884724"/>
            <a:ext cx="1874020" cy="975100"/>
          </a:xfrm>
          <a:prstGeom prst="rect">
            <a:avLst/>
          </a:prstGeom>
        </p:spPr>
      </p:pic>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795201" y="4788256"/>
            <a:ext cx="1083600" cy="249400"/>
          </a:xfrm>
          <a:prstGeom prst="rect">
            <a:avLst/>
          </a:prstGeom>
        </p:spPr>
      </p:pic>
      <p:sp>
        <p:nvSpPr>
          <p:cNvPr id="2" name="Datumsplatzhalter 1"/>
          <p:cNvSpPr>
            <a:spLocks noGrp="1"/>
          </p:cNvSpPr>
          <p:nvPr>
            <p:ph type="dt" sz="half" idx="12"/>
          </p:nvPr>
        </p:nvSpPr>
        <p:spPr/>
        <p:txBody>
          <a:bodyPr/>
          <a:lstStyle/>
          <a:p>
            <a:endParaRPr lang="de-AT" dirty="0"/>
          </a:p>
        </p:txBody>
      </p:sp>
      <p:sp>
        <p:nvSpPr>
          <p:cNvPr id="3" name="Fußzeilenplatzhalter 2"/>
          <p:cNvSpPr>
            <a:spLocks noGrp="1"/>
          </p:cNvSpPr>
          <p:nvPr>
            <p:ph type="ftr" sz="quarter" idx="13"/>
          </p:nvPr>
        </p:nvSpPr>
        <p:spPr/>
        <p:txBody>
          <a:bodyPr/>
          <a:lstStyle/>
          <a:p>
            <a:endParaRPr lang="de-AT" dirty="0"/>
          </a:p>
        </p:txBody>
      </p:sp>
      <p:sp>
        <p:nvSpPr>
          <p:cNvPr id="5" name="Foliennummernplatzhalter 4"/>
          <p:cNvSpPr>
            <a:spLocks noGrp="1"/>
          </p:cNvSpPr>
          <p:nvPr>
            <p:ph type="sldNum" sz="quarter" idx="14"/>
          </p:nvPr>
        </p:nvSpPr>
        <p:spPr/>
        <p:txBody>
          <a:bodyPr/>
          <a:lstStyle/>
          <a:p>
            <a:r>
              <a:rPr lang="de-AT" dirty="0"/>
              <a:t>SEITE </a:t>
            </a:r>
            <a:fld id="{BE3DC40E-DBBE-4E2D-9EEC-FBF0DA0E9179}" type="slidenum">
              <a:rPr lang="de-AT" smtClean="0"/>
              <a:pPr/>
              <a:t>‹Nr.›</a:t>
            </a:fld>
            <a:endParaRPr lang="de-AT" dirty="0"/>
          </a:p>
        </p:txBody>
      </p:sp>
    </p:spTree>
    <p:extLst>
      <p:ext uri="{BB962C8B-B14F-4D97-AF65-F5344CB8AC3E}">
        <p14:creationId xmlns:p14="http://schemas.microsoft.com/office/powerpoint/2010/main" val="3197748966"/>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apitelfolie kurz">
    <p:spTree>
      <p:nvGrpSpPr>
        <p:cNvPr id="1" name=""/>
        <p:cNvGrpSpPr/>
        <p:nvPr/>
      </p:nvGrpSpPr>
      <p:grpSpPr>
        <a:xfrm>
          <a:off x="0" y="0"/>
          <a:ext cx="0" cy="0"/>
          <a:chOff x="0" y="0"/>
          <a:chExt cx="0" cy="0"/>
        </a:xfrm>
      </p:grpSpPr>
      <p:grpSp>
        <p:nvGrpSpPr>
          <p:cNvPr id="8" name="Gruppieren 7"/>
          <p:cNvGrpSpPr/>
          <p:nvPr userDrawn="1"/>
        </p:nvGrpSpPr>
        <p:grpSpPr>
          <a:xfrm>
            <a:off x="287338" y="547943"/>
            <a:ext cx="8552850" cy="1553555"/>
            <a:chOff x="287338" y="547943"/>
            <a:chExt cx="8552850" cy="1835052"/>
          </a:xfrm>
        </p:grpSpPr>
        <p:sp>
          <p:nvSpPr>
            <p:cNvPr id="16" name="Rechteck 15"/>
            <p:cNvSpPr/>
            <p:nvPr userDrawn="1"/>
          </p:nvSpPr>
          <p:spPr bwMode="blackWhite">
            <a:xfrm>
              <a:off x="287338" y="547943"/>
              <a:ext cx="8552850" cy="1833840"/>
            </a:xfrm>
            <a:prstGeom prst="rect">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sz="1800" dirty="0"/>
                <a:t> </a:t>
              </a:r>
            </a:p>
          </p:txBody>
        </p:sp>
        <p:sp>
          <p:nvSpPr>
            <p:cNvPr id="18" name="Rechteck 17"/>
            <p:cNvSpPr/>
            <p:nvPr userDrawn="1"/>
          </p:nvSpPr>
          <p:spPr bwMode="blackWhite">
            <a:xfrm>
              <a:off x="287338" y="549155"/>
              <a:ext cx="5904662" cy="1833840"/>
            </a:xfrm>
            <a:prstGeom prst="rect">
              <a:avLst/>
            </a:prstGeom>
            <a:solidFill>
              <a:schemeClr val="accent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de-AT" sz="1800" dirty="0"/>
            </a:p>
          </p:txBody>
        </p:sp>
      </p:grpSp>
      <p:sp>
        <p:nvSpPr>
          <p:cNvPr id="2" name="Titel 1"/>
          <p:cNvSpPr>
            <a:spLocks noGrp="1"/>
          </p:cNvSpPr>
          <p:nvPr>
            <p:ph type="ctrTitle" hasCustomPrompt="1"/>
          </p:nvPr>
        </p:nvSpPr>
        <p:spPr bwMode="black">
          <a:xfrm>
            <a:off x="605407" y="1172334"/>
            <a:ext cx="5436000" cy="465043"/>
          </a:xfrm>
          <a:prstGeom prst="rect">
            <a:avLst/>
          </a:prstGeom>
        </p:spPr>
        <p:txBody>
          <a:bodyPr tIns="0" anchor="b"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de-AT" dirty="0"/>
              <a:t>Einzeiligen Titel eingeben</a:t>
            </a:r>
          </a:p>
        </p:txBody>
      </p:sp>
      <p:sp>
        <p:nvSpPr>
          <p:cNvPr id="14" name="Textplatzhalter 9"/>
          <p:cNvSpPr>
            <a:spLocks noGrp="1"/>
          </p:cNvSpPr>
          <p:nvPr>
            <p:ph type="body" sz="quarter" idx="11"/>
          </p:nvPr>
        </p:nvSpPr>
        <p:spPr bwMode="white">
          <a:xfrm>
            <a:off x="287338" y="2378617"/>
            <a:ext cx="4284662" cy="620885"/>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pPr marL="0" lvl="0" defTabSz="914400"/>
            <a:r>
              <a:rPr lang="de-DE"/>
              <a:t>Textmasterformat bearbeiten</a:t>
            </a:r>
          </a:p>
        </p:txBody>
      </p:sp>
      <p:pic>
        <p:nvPicPr>
          <p:cNvPr id="13" name="Bild 19"/>
          <p:cNvPicPr>
            <a:picLocks noChangeAspect="1"/>
          </p:cNvPicPr>
          <p:nvPr userDrawn="1"/>
        </p:nvPicPr>
        <p:blipFill>
          <a:blip r:embed="rId2"/>
          <a:stretch>
            <a:fillRect/>
          </a:stretch>
        </p:blipFill>
        <p:spPr>
          <a:xfrm>
            <a:off x="6556993" y="884724"/>
            <a:ext cx="1874020" cy="975100"/>
          </a:xfrm>
          <a:prstGeom prst="rect">
            <a:avLst/>
          </a:prstGeom>
        </p:spPr>
      </p:pic>
      <p:pic>
        <p:nvPicPr>
          <p:cNvPr id="15" name="Grafik 1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795201" y="4788256"/>
            <a:ext cx="1083600" cy="249400"/>
          </a:xfrm>
          <a:prstGeom prst="rect">
            <a:avLst/>
          </a:prstGeom>
        </p:spPr>
      </p:pic>
      <p:sp>
        <p:nvSpPr>
          <p:cNvPr id="5" name="Datumsplatzhalter 4"/>
          <p:cNvSpPr>
            <a:spLocks noGrp="1"/>
          </p:cNvSpPr>
          <p:nvPr>
            <p:ph type="dt" sz="half" idx="12"/>
          </p:nvPr>
        </p:nvSpPr>
        <p:spPr/>
        <p:txBody>
          <a:bodyPr/>
          <a:lstStyle/>
          <a:p>
            <a:endParaRPr lang="de-AT" dirty="0"/>
          </a:p>
        </p:txBody>
      </p:sp>
      <p:sp>
        <p:nvSpPr>
          <p:cNvPr id="6" name="Fußzeilenplatzhalter 5"/>
          <p:cNvSpPr>
            <a:spLocks noGrp="1"/>
          </p:cNvSpPr>
          <p:nvPr>
            <p:ph type="ftr" sz="quarter" idx="13"/>
          </p:nvPr>
        </p:nvSpPr>
        <p:spPr/>
        <p:txBody>
          <a:bodyPr/>
          <a:lstStyle/>
          <a:p>
            <a:endParaRPr lang="de-AT" dirty="0"/>
          </a:p>
        </p:txBody>
      </p:sp>
      <p:sp>
        <p:nvSpPr>
          <p:cNvPr id="7" name="Foliennummernplatzhalter 6"/>
          <p:cNvSpPr>
            <a:spLocks noGrp="1"/>
          </p:cNvSpPr>
          <p:nvPr>
            <p:ph type="sldNum" sz="quarter" idx="14"/>
          </p:nvPr>
        </p:nvSpPr>
        <p:spPr/>
        <p:txBody>
          <a:bodyPr/>
          <a:lstStyle/>
          <a:p>
            <a:r>
              <a:rPr lang="de-AT" dirty="0"/>
              <a:t>SEITE </a:t>
            </a:r>
            <a:fld id="{BE3DC40E-DBBE-4E2D-9EEC-FBF0DA0E9179}" type="slidenum">
              <a:rPr lang="de-AT" smtClean="0"/>
              <a:pPr/>
              <a:t>‹Nr.›</a:t>
            </a:fld>
            <a:endParaRPr lang="de-AT" dirty="0"/>
          </a:p>
        </p:txBody>
      </p:sp>
    </p:spTree>
    <p:extLst>
      <p:ext uri="{BB962C8B-B14F-4D97-AF65-F5344CB8AC3E}">
        <p14:creationId xmlns:p14="http://schemas.microsoft.com/office/powerpoint/2010/main" val="3827046653"/>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Nur Titel">
    <p:spTree>
      <p:nvGrpSpPr>
        <p:cNvPr id="1" name=""/>
        <p:cNvGrpSpPr/>
        <p:nvPr/>
      </p:nvGrpSpPr>
      <p:grpSpPr>
        <a:xfrm>
          <a:off x="0" y="0"/>
          <a:ext cx="0" cy="0"/>
          <a:chOff x="0" y="0"/>
          <a:chExt cx="0" cy="0"/>
        </a:xfrm>
      </p:grpSpPr>
      <p:sp>
        <p:nvSpPr>
          <p:cNvPr id="7" name="Inhaltsplatzhalter 6"/>
          <p:cNvSpPr>
            <a:spLocks noGrp="1"/>
          </p:cNvSpPr>
          <p:nvPr>
            <p:ph sz="quarter" idx="10" hasCustomPrompt="1"/>
          </p:nvPr>
        </p:nvSpPr>
        <p:spPr>
          <a:xfrm>
            <a:off x="468317" y="1210152"/>
            <a:ext cx="8210547" cy="3933348"/>
          </a:xfrm>
        </p:spPr>
        <p:txBody>
          <a:bodyPr/>
          <a:lstStyle>
            <a:lvl1pPr>
              <a:buNone/>
              <a:defRPr/>
            </a:lvl1pPr>
          </a:lstStyle>
          <a:p>
            <a:pPr lvl="0"/>
            <a:r>
              <a:rPr lang="de-AT" dirty="0"/>
              <a:t>Platzhalter für Objekte</a:t>
            </a:r>
          </a:p>
        </p:txBody>
      </p:sp>
      <p:sp>
        <p:nvSpPr>
          <p:cNvPr id="8" name="Rechteck 7"/>
          <p:cNvSpPr/>
          <p:nvPr userDrawn="1"/>
        </p:nvSpPr>
        <p:spPr bwMode="gray">
          <a:xfrm>
            <a:off x="0" y="939170"/>
            <a:ext cx="9144000" cy="22680"/>
          </a:xfrm>
          <a:prstGeom prst="rect">
            <a:avLst/>
          </a:prstGeom>
          <a:solidFill>
            <a:srgbClr val="0C94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sz="1800" dirty="0"/>
              <a:t>      </a:t>
            </a:r>
          </a:p>
        </p:txBody>
      </p:sp>
      <p:sp>
        <p:nvSpPr>
          <p:cNvPr id="2" name="Titel 1"/>
          <p:cNvSpPr>
            <a:spLocks noGrp="1"/>
          </p:cNvSpPr>
          <p:nvPr>
            <p:ph type="title"/>
          </p:nvPr>
        </p:nvSpPr>
        <p:spPr/>
        <p:txBody>
          <a:bodyPr/>
          <a:lstStyle/>
          <a:p>
            <a:r>
              <a:rPr lang="de-DE"/>
              <a:t>Titelmasterformat durch Klicken bearbeiten</a:t>
            </a:r>
            <a:endParaRPr lang="de-AT" dirty="0"/>
          </a:p>
        </p:txBody>
      </p:sp>
      <p:pic>
        <p:nvPicPr>
          <p:cNvPr id="6" name="Bild 19"/>
          <p:cNvPicPr>
            <a:picLocks noChangeAspect="1"/>
          </p:cNvPicPr>
          <p:nvPr userDrawn="1"/>
        </p:nvPicPr>
        <p:blipFill>
          <a:blip r:embed="rId2"/>
          <a:stretch>
            <a:fillRect/>
          </a:stretch>
        </p:blipFill>
        <p:spPr>
          <a:xfrm>
            <a:off x="7711621" y="269243"/>
            <a:ext cx="1168210" cy="607850"/>
          </a:xfrm>
          <a:prstGeom prst="rect">
            <a:avLst/>
          </a:prstGeom>
        </p:spPr>
      </p:pic>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210152"/>
            <a:ext cx="3960000" cy="3473291"/>
          </a:xfrm>
        </p:spPr>
        <p:txBody>
          <a:bodyPr>
            <a:normAutofit/>
          </a:bodyPr>
          <a:lstStyle>
            <a:lvl1pPr>
              <a:defRPr sz="1600"/>
            </a:lvl1pPr>
            <a:lvl2pPr marL="357188" indent="-176213">
              <a:buClr>
                <a:schemeClr val="accent1"/>
              </a:buClr>
              <a:buFont typeface="Wingdings" charset="2"/>
              <a:buChar char="§"/>
              <a:defRPr sz="1400"/>
            </a:lvl2pPr>
            <a:lvl3pPr>
              <a:defRPr sz="12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de-AT" dirty="0"/>
              <a:t>Textmasterformat bearbeiten</a:t>
            </a:r>
          </a:p>
          <a:p>
            <a:pPr lvl="1"/>
            <a:r>
              <a:rPr lang="de-AT" dirty="0"/>
              <a:t>Zweite Ebene</a:t>
            </a:r>
          </a:p>
          <a:p>
            <a:pPr lvl="2"/>
            <a:r>
              <a:rPr lang="de-AT" dirty="0"/>
              <a:t>Dritte Ebene</a:t>
            </a:r>
          </a:p>
          <a:p>
            <a:pPr lvl="3"/>
            <a:r>
              <a:rPr lang="de-AT" dirty="0"/>
              <a:t>Vierte Ebene</a:t>
            </a:r>
          </a:p>
        </p:txBody>
      </p:sp>
      <p:sp>
        <p:nvSpPr>
          <p:cNvPr id="4" name="Inhaltsplatzhalter 3"/>
          <p:cNvSpPr>
            <a:spLocks noGrp="1"/>
          </p:cNvSpPr>
          <p:nvPr>
            <p:ph sz="half" idx="2" hasCustomPrompt="1"/>
          </p:nvPr>
        </p:nvSpPr>
        <p:spPr>
          <a:xfrm>
            <a:off x="4715688" y="1210152"/>
            <a:ext cx="3960000" cy="3473291"/>
          </a:xfrm>
        </p:spPr>
        <p:txBody>
          <a:bodyPr>
            <a:normAutofit/>
          </a:bodyPr>
          <a:lstStyle>
            <a:lvl1pPr>
              <a:buClr>
                <a:schemeClr val="accent1"/>
              </a:buClr>
              <a:defRPr sz="1600"/>
            </a:lvl1pPr>
            <a:lvl2pPr marL="357188" indent="-176213">
              <a:buClr>
                <a:schemeClr val="accent1"/>
              </a:buClr>
              <a:buFont typeface="Wingdings" charset="2"/>
              <a:buChar char="§"/>
              <a:defRPr sz="1400"/>
            </a:lvl2pPr>
            <a:lvl3pPr>
              <a:defRPr sz="1200"/>
            </a:lvl3pPr>
            <a:lvl4pPr>
              <a:buClr>
                <a:schemeClr val="accent1"/>
              </a:buClr>
              <a:defRPr sz="1200"/>
            </a:lvl4pPr>
            <a:lvl5pPr>
              <a:buClr>
                <a:schemeClr val="accent1"/>
              </a:buClr>
              <a:defRPr sz="1200"/>
            </a:lvl5pPr>
            <a:lvl6pPr>
              <a:defRPr sz="1800"/>
            </a:lvl6pPr>
            <a:lvl7pPr>
              <a:defRPr sz="1800"/>
            </a:lvl7pPr>
            <a:lvl8pPr>
              <a:defRPr sz="1800"/>
            </a:lvl8pPr>
            <a:lvl9pPr>
              <a:defRPr sz="1800"/>
            </a:lvl9pPr>
          </a:lstStyle>
          <a:p>
            <a:pPr lvl="0"/>
            <a:r>
              <a:rPr lang="de-AT" dirty="0"/>
              <a:t>Textmasterformat bearbeiten</a:t>
            </a:r>
          </a:p>
          <a:p>
            <a:pPr lvl="1"/>
            <a:r>
              <a:rPr lang="de-AT" dirty="0"/>
              <a:t>Zweite Ebene</a:t>
            </a:r>
          </a:p>
          <a:p>
            <a:pPr lvl="2"/>
            <a:r>
              <a:rPr lang="de-AT" dirty="0"/>
              <a:t>Dritte Ebene</a:t>
            </a:r>
          </a:p>
          <a:p>
            <a:pPr lvl="3"/>
            <a:r>
              <a:rPr lang="de-AT" dirty="0"/>
              <a:t>Vierte Ebene</a:t>
            </a:r>
          </a:p>
        </p:txBody>
      </p:sp>
      <p:sp>
        <p:nvSpPr>
          <p:cNvPr id="5" name="Datumsplatzhalter 4"/>
          <p:cNvSpPr>
            <a:spLocks noGrp="1"/>
          </p:cNvSpPr>
          <p:nvPr>
            <p:ph type="dt" sz="half" idx="10"/>
          </p:nvPr>
        </p:nvSpPr>
        <p:spPr/>
        <p:txBody>
          <a:bodyPr/>
          <a:lstStyle/>
          <a:p>
            <a:endParaRPr lang="de-AT" dirty="0"/>
          </a:p>
        </p:txBody>
      </p:sp>
      <p:sp>
        <p:nvSpPr>
          <p:cNvPr id="9" name="Fußzeilenplatzhalter 8"/>
          <p:cNvSpPr>
            <a:spLocks noGrp="1"/>
          </p:cNvSpPr>
          <p:nvPr>
            <p:ph type="ftr" sz="quarter" idx="11"/>
          </p:nvPr>
        </p:nvSpPr>
        <p:spPr/>
        <p:txBody>
          <a:bodyPr/>
          <a:lstStyle/>
          <a:p>
            <a:endParaRPr lang="de-AT" dirty="0"/>
          </a:p>
        </p:txBody>
      </p:sp>
      <p:sp>
        <p:nvSpPr>
          <p:cNvPr id="10" name="Foliennummernplatzhalter 9"/>
          <p:cNvSpPr>
            <a:spLocks noGrp="1"/>
          </p:cNvSpPr>
          <p:nvPr>
            <p:ph type="sldNum" sz="quarter" idx="12"/>
          </p:nvPr>
        </p:nvSpPr>
        <p:spPr/>
        <p:txBody>
          <a:bodyPr/>
          <a:lstStyle/>
          <a:p>
            <a:r>
              <a:rPr lang="de-AT" dirty="0"/>
              <a:t>SEITE </a:t>
            </a:r>
            <a:fld id="{BE3DC40E-DBBE-4E2D-9EEC-FBF0DA0E9179}" type="slidenum">
              <a:rPr lang="de-AT" smtClean="0"/>
              <a:t>‹Nr.›</a:t>
            </a:fld>
            <a:endParaRPr lang="de-AT" dirty="0"/>
          </a:p>
        </p:txBody>
      </p:sp>
      <p:sp>
        <p:nvSpPr>
          <p:cNvPr id="2" name="Titel 1"/>
          <p:cNvSpPr>
            <a:spLocks noGrp="1"/>
          </p:cNvSpPr>
          <p:nvPr>
            <p:ph type="title"/>
          </p:nvPr>
        </p:nvSpPr>
        <p:spPr/>
        <p:txBody>
          <a:bodyPr/>
          <a:lstStyle/>
          <a:p>
            <a:r>
              <a:rPr lang="de-DE"/>
              <a:t>Titelmasterformat durch Klicken bearbeiten</a:t>
            </a:r>
            <a:endParaRPr lang="de-AT" dirty="0"/>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wei Inhalte Vergleich">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742392"/>
            <a:ext cx="3960000" cy="2941051"/>
          </a:xfrm>
        </p:spPr>
        <p:txBody>
          <a:bodyPr>
            <a:normAutofit/>
          </a:bodyPr>
          <a:lstStyle>
            <a:lvl1pPr>
              <a:defRPr sz="1600"/>
            </a:lvl1pPr>
            <a:lvl2pPr>
              <a:defRPr sz="1400"/>
            </a:lvl2pPr>
            <a:lvl3pPr>
              <a:defRPr sz="1200"/>
            </a:lvl3pPr>
            <a:lvl4pPr>
              <a:defRPr sz="1100"/>
            </a:lvl4pPr>
            <a:lvl5pPr>
              <a:defRPr sz="1100"/>
            </a:lvl5pPr>
            <a:lvl6pPr>
              <a:defRPr sz="1800"/>
            </a:lvl6pPr>
            <a:lvl7pPr>
              <a:defRPr sz="1800"/>
            </a:lvl7pPr>
            <a:lvl8pPr>
              <a:defRPr sz="1800"/>
            </a:lvl8pPr>
            <a:lvl9pPr>
              <a:defRPr sz="1800"/>
            </a:lvl9pPr>
          </a:lstStyle>
          <a:p>
            <a:pPr lvl="0"/>
            <a:r>
              <a:rPr lang="de-AT" dirty="0"/>
              <a:t>Textmasterformat bearbeiten</a:t>
            </a:r>
          </a:p>
          <a:p>
            <a:pPr lvl="1"/>
            <a:r>
              <a:rPr lang="de-AT" dirty="0"/>
              <a:t>Zweite Ebene</a:t>
            </a:r>
          </a:p>
          <a:p>
            <a:pPr lvl="2"/>
            <a:r>
              <a:rPr lang="de-AT" dirty="0"/>
              <a:t>Dritte Ebene</a:t>
            </a:r>
          </a:p>
          <a:p>
            <a:pPr lvl="3"/>
            <a:r>
              <a:rPr lang="de-AT" dirty="0"/>
              <a:t>Vierte Ebene</a:t>
            </a:r>
          </a:p>
        </p:txBody>
      </p:sp>
      <p:sp>
        <p:nvSpPr>
          <p:cNvPr id="4" name="Inhaltsplatzhalter 3"/>
          <p:cNvSpPr>
            <a:spLocks noGrp="1"/>
          </p:cNvSpPr>
          <p:nvPr>
            <p:ph sz="half" idx="2" hasCustomPrompt="1"/>
          </p:nvPr>
        </p:nvSpPr>
        <p:spPr>
          <a:xfrm>
            <a:off x="4715688" y="1742392"/>
            <a:ext cx="3960000" cy="2941051"/>
          </a:xfrm>
        </p:spPr>
        <p:txBody>
          <a:bodyPr>
            <a:normAutofit/>
          </a:bodyPr>
          <a:lstStyle>
            <a:lvl1pPr>
              <a:defRPr sz="1600"/>
            </a:lvl1pPr>
            <a:lvl2pPr>
              <a:defRPr sz="1400"/>
            </a:lvl2pPr>
            <a:lvl3pPr>
              <a:defRPr sz="1200"/>
            </a:lvl3pPr>
            <a:lvl4pPr>
              <a:defRPr sz="1100"/>
            </a:lvl4pPr>
            <a:lvl5pPr>
              <a:defRPr sz="1100"/>
            </a:lvl5pPr>
            <a:lvl6pPr>
              <a:defRPr sz="1800"/>
            </a:lvl6pPr>
            <a:lvl7pPr>
              <a:defRPr sz="1800"/>
            </a:lvl7pPr>
            <a:lvl8pPr>
              <a:defRPr sz="1800"/>
            </a:lvl8pPr>
            <a:lvl9pPr>
              <a:defRPr sz="1800"/>
            </a:lvl9pPr>
          </a:lstStyle>
          <a:p>
            <a:pPr lvl="0"/>
            <a:r>
              <a:rPr lang="de-AT" dirty="0"/>
              <a:t>Textmasterformat bearbeiten</a:t>
            </a:r>
          </a:p>
          <a:p>
            <a:pPr lvl="1"/>
            <a:r>
              <a:rPr lang="de-AT" dirty="0"/>
              <a:t>Zweite Ebene</a:t>
            </a:r>
          </a:p>
          <a:p>
            <a:pPr lvl="2"/>
            <a:r>
              <a:rPr lang="de-AT" dirty="0"/>
              <a:t>Dritte Ebene</a:t>
            </a:r>
          </a:p>
          <a:p>
            <a:pPr lvl="3"/>
            <a:r>
              <a:rPr lang="de-AT" dirty="0"/>
              <a:t>Vierte Ebene</a:t>
            </a:r>
          </a:p>
        </p:txBody>
      </p:sp>
      <p:sp>
        <p:nvSpPr>
          <p:cNvPr id="8" name="Textplatzhalter 2"/>
          <p:cNvSpPr>
            <a:spLocks noGrp="1"/>
          </p:cNvSpPr>
          <p:nvPr>
            <p:ph type="body" idx="13" hasCustomPrompt="1"/>
          </p:nvPr>
        </p:nvSpPr>
        <p:spPr bwMode="gray">
          <a:xfrm>
            <a:off x="468315" y="1210152"/>
            <a:ext cx="3960811" cy="479822"/>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de-AT" dirty="0"/>
              <a:t>Text hier einfügen</a:t>
            </a:r>
          </a:p>
        </p:txBody>
      </p:sp>
      <p:sp>
        <p:nvSpPr>
          <p:cNvPr id="5" name="Datumsplatzhalter 4"/>
          <p:cNvSpPr>
            <a:spLocks noGrp="1"/>
          </p:cNvSpPr>
          <p:nvPr>
            <p:ph type="dt" sz="half" idx="14"/>
          </p:nvPr>
        </p:nvSpPr>
        <p:spPr/>
        <p:txBody>
          <a:bodyPr/>
          <a:lstStyle/>
          <a:p>
            <a:endParaRPr lang="de-AT" dirty="0"/>
          </a:p>
        </p:txBody>
      </p:sp>
      <p:sp>
        <p:nvSpPr>
          <p:cNvPr id="11" name="Fußzeilenplatzhalter 10"/>
          <p:cNvSpPr>
            <a:spLocks noGrp="1"/>
          </p:cNvSpPr>
          <p:nvPr>
            <p:ph type="ftr" sz="quarter" idx="15"/>
          </p:nvPr>
        </p:nvSpPr>
        <p:spPr/>
        <p:txBody>
          <a:bodyPr/>
          <a:lstStyle/>
          <a:p>
            <a:endParaRPr lang="de-AT" dirty="0"/>
          </a:p>
        </p:txBody>
      </p:sp>
      <p:sp>
        <p:nvSpPr>
          <p:cNvPr id="12" name="Foliennummernplatzhalter 11"/>
          <p:cNvSpPr>
            <a:spLocks noGrp="1"/>
          </p:cNvSpPr>
          <p:nvPr>
            <p:ph type="sldNum" sz="quarter" idx="16"/>
          </p:nvPr>
        </p:nvSpPr>
        <p:spPr/>
        <p:txBody>
          <a:bodyPr/>
          <a:lstStyle/>
          <a:p>
            <a:r>
              <a:rPr lang="de-AT" dirty="0"/>
              <a:t>SEITE </a:t>
            </a:r>
            <a:fld id="{BE3DC40E-DBBE-4E2D-9EEC-FBF0DA0E9179}" type="slidenum">
              <a:rPr lang="de-AT" smtClean="0"/>
              <a:t>‹Nr.›</a:t>
            </a:fld>
            <a:endParaRPr lang="de-AT" dirty="0"/>
          </a:p>
        </p:txBody>
      </p:sp>
      <p:sp>
        <p:nvSpPr>
          <p:cNvPr id="2" name="Titel 1"/>
          <p:cNvSpPr>
            <a:spLocks noGrp="1"/>
          </p:cNvSpPr>
          <p:nvPr>
            <p:ph type="title"/>
          </p:nvPr>
        </p:nvSpPr>
        <p:spPr/>
        <p:txBody>
          <a:bodyPr/>
          <a:lstStyle/>
          <a:p>
            <a:r>
              <a:rPr lang="de-DE"/>
              <a:t>Titelmasterformat durch Klicken bearbeiten</a:t>
            </a:r>
            <a:endParaRPr lang="de-AT" dirty="0"/>
          </a:p>
        </p:txBody>
      </p:sp>
      <p:sp>
        <p:nvSpPr>
          <p:cNvPr id="14" name="Textplatzhalter 2"/>
          <p:cNvSpPr>
            <a:spLocks noGrp="1"/>
          </p:cNvSpPr>
          <p:nvPr>
            <p:ph type="body" idx="17" hasCustomPrompt="1"/>
          </p:nvPr>
        </p:nvSpPr>
        <p:spPr bwMode="gray">
          <a:xfrm>
            <a:off x="4727895" y="1210152"/>
            <a:ext cx="3960811" cy="479822"/>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de-AT" dirty="0"/>
              <a:t>Text hier einfügen</a:t>
            </a:r>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sp>
        <p:nvSpPr>
          <p:cNvPr id="5" name="Rechteck 4"/>
          <p:cNvSpPr/>
          <p:nvPr/>
        </p:nvSpPr>
        <p:spPr>
          <a:xfrm>
            <a:off x="467544" y="1768077"/>
            <a:ext cx="4319712" cy="2445259"/>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de-AT" sz="1800" dirty="0"/>
          </a:p>
        </p:txBody>
      </p:sp>
      <p:pic>
        <p:nvPicPr>
          <p:cNvPr id="7" name="Grafik 6" descr="Logo-für-VK.png"/>
          <p:cNvPicPr>
            <a:picLocks noChangeAspect="1"/>
          </p:cNvPicPr>
          <p:nvPr/>
        </p:nvPicPr>
        <p:blipFill>
          <a:blip r:embed="rId2" cstate="print"/>
          <a:stretch>
            <a:fillRect/>
          </a:stretch>
        </p:blipFill>
        <p:spPr>
          <a:xfrm>
            <a:off x="611561" y="1914525"/>
            <a:ext cx="447675" cy="2047875"/>
          </a:xfrm>
          <a:prstGeom prst="rect">
            <a:avLst/>
          </a:prstGeom>
        </p:spPr>
      </p:pic>
      <p:sp>
        <p:nvSpPr>
          <p:cNvPr id="11" name="Textplatzhalter 10"/>
          <p:cNvSpPr>
            <a:spLocks noGrp="1"/>
          </p:cNvSpPr>
          <p:nvPr>
            <p:ph type="body" sz="quarter" idx="10" hasCustomPrompt="1"/>
          </p:nvPr>
        </p:nvSpPr>
        <p:spPr>
          <a:xfrm>
            <a:off x="1684020" y="2303859"/>
            <a:ext cx="2763926" cy="1630162"/>
          </a:xfr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marR="0" lvl="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a:pPr>
            <a:r>
              <a:rPr kumimoji="0" lang="de-AT" sz="1000" b="0" i="0" u="none" strike="noStrike" kern="1200" cap="none" spc="0" normalizeH="0" baseline="0" noProof="0" dirty="0">
                <a:ln>
                  <a:noFill/>
                </a:ln>
                <a:solidFill>
                  <a:srgbClr val="000000"/>
                </a:solidFill>
                <a:effectLst/>
                <a:uLnTx/>
                <a:uFillTx/>
                <a:latin typeface="+mn-lt"/>
                <a:ea typeface="+mn-ea"/>
                <a:cs typeface="+mn-cs"/>
              </a:rPr>
              <a:t>Hier Adressdaten eingeben</a:t>
            </a:r>
          </a:p>
        </p:txBody>
      </p:sp>
      <p:sp>
        <p:nvSpPr>
          <p:cNvPr id="8" name="Datumsplatzhalter 7"/>
          <p:cNvSpPr>
            <a:spLocks noGrp="1"/>
          </p:cNvSpPr>
          <p:nvPr>
            <p:ph type="dt" sz="half" idx="11"/>
          </p:nvPr>
        </p:nvSpPr>
        <p:spPr/>
        <p:txBody>
          <a:bodyPr/>
          <a:lstStyle/>
          <a:p>
            <a:endParaRPr lang="de-AT" dirty="0"/>
          </a:p>
        </p:txBody>
      </p:sp>
      <p:sp>
        <p:nvSpPr>
          <p:cNvPr id="9" name="Fußzeilenplatzhalter 8"/>
          <p:cNvSpPr>
            <a:spLocks noGrp="1"/>
          </p:cNvSpPr>
          <p:nvPr>
            <p:ph type="ftr" sz="quarter" idx="12"/>
          </p:nvPr>
        </p:nvSpPr>
        <p:spPr/>
        <p:txBody>
          <a:bodyPr/>
          <a:lstStyle/>
          <a:p>
            <a:endParaRPr lang="de-AT" dirty="0"/>
          </a:p>
        </p:txBody>
      </p:sp>
      <p:sp>
        <p:nvSpPr>
          <p:cNvPr id="10" name="Foliennummernplatzhalter 9"/>
          <p:cNvSpPr>
            <a:spLocks noGrp="1"/>
          </p:cNvSpPr>
          <p:nvPr>
            <p:ph type="sldNum" sz="quarter" idx="13"/>
          </p:nvPr>
        </p:nvSpPr>
        <p:spPr/>
        <p:txBody>
          <a:bodyPr/>
          <a:lstStyle/>
          <a:p>
            <a:r>
              <a:rPr lang="de-AT" dirty="0"/>
              <a:t>SEITE </a:t>
            </a:r>
            <a:fld id="{BE3DC40E-DBBE-4E2D-9EEC-FBF0DA0E9179}" type="slidenum">
              <a:rPr lang="de-AT" smtClean="0"/>
              <a:t>‹Nr.›</a:t>
            </a:fld>
            <a:endParaRPr lang="de-AT" dirty="0"/>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UniOfSurrey - Standard Slide">
    <p:spTree>
      <p:nvGrpSpPr>
        <p:cNvPr id="1" name=""/>
        <p:cNvGrpSpPr/>
        <p:nvPr/>
      </p:nvGrpSpPr>
      <p:grpSpPr>
        <a:xfrm>
          <a:off x="0" y="0"/>
          <a:ext cx="0" cy="0"/>
          <a:chOff x="0" y="0"/>
          <a:chExt cx="0" cy="0"/>
        </a:xfrm>
      </p:grpSpPr>
      <p:sp>
        <p:nvSpPr>
          <p:cNvPr id="16" name="Rectangle 15"/>
          <p:cNvSpPr/>
          <p:nvPr userDrawn="1"/>
        </p:nvSpPr>
        <p:spPr>
          <a:xfrm>
            <a:off x="0" y="0"/>
            <a:ext cx="9144000" cy="654899"/>
          </a:xfrm>
          <a:prstGeom prst="rect">
            <a:avLst/>
          </a:prstGeom>
          <a:solidFill>
            <a:srgbClr val="008A85"/>
          </a:solidFill>
          <a:ln>
            <a:solidFill>
              <a:srgbClr val="008A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dirty="0">
              <a:ln>
                <a:noFill/>
              </a:ln>
              <a:effectLst/>
            </a:endParaRPr>
          </a:p>
        </p:txBody>
      </p:sp>
      <p:sp>
        <p:nvSpPr>
          <p:cNvPr id="3" name="Content Placeholder 2"/>
          <p:cNvSpPr>
            <a:spLocks noGrp="1"/>
          </p:cNvSpPr>
          <p:nvPr>
            <p:ph idx="1"/>
          </p:nvPr>
        </p:nvSpPr>
        <p:spPr>
          <a:xfrm>
            <a:off x="457200" y="1200151"/>
            <a:ext cx="8321443" cy="3394472"/>
          </a:xfrm>
          <a:prstGeom prst="rect">
            <a:avLst/>
          </a:prstGeom>
        </p:spPr>
        <p:txBody>
          <a:bodyPr>
            <a:normAutofit/>
          </a:bodyPr>
          <a:lstStyle>
            <a:lvl1pPr>
              <a:defRPr sz="1500">
                <a:solidFill>
                  <a:schemeClr val="tx1">
                    <a:lumMod val="50000"/>
                  </a:schemeClr>
                </a:solidFill>
                <a:latin typeface="Georgia" panose="02040502050405020303" pitchFamily="18" charset="0"/>
                <a:cs typeface="Arial"/>
              </a:defRPr>
            </a:lvl1pPr>
            <a:lvl2pPr>
              <a:defRPr sz="1500">
                <a:solidFill>
                  <a:srgbClr val="008A85"/>
                </a:solidFill>
                <a:latin typeface="Georgia" panose="02040502050405020303" pitchFamily="18" charset="0"/>
                <a:cs typeface="Arial"/>
              </a:defRPr>
            </a:lvl2pPr>
            <a:lvl3pPr>
              <a:defRPr sz="1350">
                <a:solidFill>
                  <a:srgbClr val="556169"/>
                </a:solidFill>
                <a:latin typeface="Georgia" panose="02040502050405020303" pitchFamily="18" charset="0"/>
                <a:cs typeface="Arial"/>
              </a:defRPr>
            </a:lvl3pPr>
            <a:lvl4pPr>
              <a:defRPr sz="1350">
                <a:solidFill>
                  <a:srgbClr val="008A85"/>
                </a:solidFill>
                <a:latin typeface="Georgia" panose="02040502050405020303" pitchFamily="18" charset="0"/>
                <a:cs typeface="Arial"/>
              </a:defRPr>
            </a:lvl4pPr>
            <a:lvl5pPr>
              <a:defRPr sz="1200">
                <a:solidFill>
                  <a:srgbClr val="556169"/>
                </a:solidFill>
                <a:latin typeface="Georgia" panose="02040502050405020303" pitchFamily="18" charset="0"/>
                <a:cs typeface="Aria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cxnSp>
        <p:nvCxnSpPr>
          <p:cNvPr id="12" name="Straight Connector 11"/>
          <p:cNvCxnSpPr/>
          <p:nvPr userDrawn="1"/>
        </p:nvCxnSpPr>
        <p:spPr>
          <a:xfrm>
            <a:off x="0" y="658502"/>
            <a:ext cx="9180000" cy="0"/>
          </a:xfrm>
          <a:prstGeom prst="line">
            <a:avLst/>
          </a:prstGeom>
          <a:ln w="6350" cmpd="sng">
            <a:solidFill>
              <a:srgbClr val="008A85"/>
            </a:solidFill>
          </a:ln>
        </p:spPr>
        <p:style>
          <a:lnRef idx="1">
            <a:schemeClr val="accent1"/>
          </a:lnRef>
          <a:fillRef idx="0">
            <a:schemeClr val="accent1"/>
          </a:fillRef>
          <a:effectRef idx="0">
            <a:schemeClr val="accent1"/>
          </a:effectRef>
          <a:fontRef idx="minor">
            <a:schemeClr val="tx1"/>
          </a:fontRef>
        </p:style>
      </p:cxnSp>
      <p:sp>
        <p:nvSpPr>
          <p:cNvPr id="13" name="Title 1"/>
          <p:cNvSpPr>
            <a:spLocks noGrp="1"/>
          </p:cNvSpPr>
          <p:nvPr>
            <p:ph type="title" hasCustomPrompt="1"/>
          </p:nvPr>
        </p:nvSpPr>
        <p:spPr>
          <a:xfrm>
            <a:off x="457201" y="317514"/>
            <a:ext cx="4507927" cy="309951"/>
          </a:xfrm>
        </p:spPr>
        <p:txBody>
          <a:bodyPr>
            <a:noAutofit/>
          </a:bodyPr>
          <a:lstStyle>
            <a:lvl1pPr>
              <a:defRPr sz="1800" b="1">
                <a:solidFill>
                  <a:schemeClr val="bg1"/>
                </a:solidFill>
              </a:defRPr>
            </a:lvl1pPr>
          </a:lstStyle>
          <a:p>
            <a:r>
              <a:rPr lang="en-GB" dirty="0"/>
              <a:t>Headline title goes here</a:t>
            </a:r>
            <a:endParaRPr lang="en-US" dirty="0"/>
          </a:p>
        </p:txBody>
      </p:sp>
      <p:pic>
        <p:nvPicPr>
          <p:cNvPr id="11" name="Picture 10"/>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7763311" y="47774"/>
            <a:ext cx="1302631" cy="526941"/>
          </a:xfrm>
          <a:prstGeom prst="rect">
            <a:avLst/>
          </a:prstGeom>
        </p:spPr>
      </p:pic>
    </p:spTree>
    <p:extLst>
      <p:ext uri="{BB962C8B-B14F-4D97-AF65-F5344CB8AC3E}">
        <p14:creationId xmlns:p14="http://schemas.microsoft.com/office/powerpoint/2010/main" val="23769509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2_UniOfSurrey - Standard Slide">
    <p:spTree>
      <p:nvGrpSpPr>
        <p:cNvPr id="1" name=""/>
        <p:cNvGrpSpPr/>
        <p:nvPr/>
      </p:nvGrpSpPr>
      <p:grpSpPr>
        <a:xfrm>
          <a:off x="0" y="0"/>
          <a:ext cx="0" cy="0"/>
          <a:chOff x="0" y="0"/>
          <a:chExt cx="0" cy="0"/>
        </a:xfrm>
      </p:grpSpPr>
      <p:sp>
        <p:nvSpPr>
          <p:cNvPr id="16" name="Rectangle 15"/>
          <p:cNvSpPr/>
          <p:nvPr userDrawn="1"/>
        </p:nvSpPr>
        <p:spPr>
          <a:xfrm>
            <a:off x="0" y="0"/>
            <a:ext cx="9144000" cy="654899"/>
          </a:xfrm>
          <a:prstGeom prst="rect">
            <a:avLst/>
          </a:prstGeom>
          <a:solidFill>
            <a:srgbClr val="008A85"/>
          </a:solidFill>
          <a:ln>
            <a:solidFill>
              <a:srgbClr val="008A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dirty="0">
              <a:ln>
                <a:noFill/>
              </a:ln>
              <a:effectLst/>
            </a:endParaRPr>
          </a:p>
        </p:txBody>
      </p:sp>
      <p:sp>
        <p:nvSpPr>
          <p:cNvPr id="10" name="Text Placeholder 9"/>
          <p:cNvSpPr>
            <a:spLocks noGrp="1"/>
          </p:cNvSpPr>
          <p:nvPr>
            <p:ph type="body" sz="quarter" idx="13" hasCustomPrompt="1"/>
          </p:nvPr>
        </p:nvSpPr>
        <p:spPr>
          <a:xfrm>
            <a:off x="457200" y="702470"/>
            <a:ext cx="8321442" cy="288131"/>
          </a:xfrm>
          <a:prstGeom prst="rect">
            <a:avLst/>
          </a:prstGeom>
        </p:spPr>
        <p:txBody>
          <a:bodyPr>
            <a:normAutofit/>
          </a:bodyPr>
          <a:lstStyle>
            <a:lvl1pPr marL="0" indent="0">
              <a:buNone/>
              <a:defRPr sz="1350" baseline="0">
                <a:solidFill>
                  <a:srgbClr val="4A4A49"/>
                </a:solidFill>
                <a:latin typeface="Georgia"/>
                <a:cs typeface="Georgia"/>
              </a:defRPr>
            </a:lvl1pPr>
          </a:lstStyle>
          <a:p>
            <a:pPr lvl="0"/>
            <a:r>
              <a:rPr lang="en-US" dirty="0"/>
              <a:t>Sub line / Content Title goes here</a:t>
            </a:r>
          </a:p>
        </p:txBody>
      </p:sp>
      <p:cxnSp>
        <p:nvCxnSpPr>
          <p:cNvPr id="12" name="Straight Connector 11"/>
          <p:cNvCxnSpPr/>
          <p:nvPr userDrawn="1"/>
        </p:nvCxnSpPr>
        <p:spPr>
          <a:xfrm>
            <a:off x="0" y="658502"/>
            <a:ext cx="9180000" cy="0"/>
          </a:xfrm>
          <a:prstGeom prst="line">
            <a:avLst/>
          </a:prstGeom>
          <a:ln w="6350" cmpd="sng">
            <a:solidFill>
              <a:srgbClr val="008A85"/>
            </a:solidFill>
          </a:ln>
        </p:spPr>
        <p:style>
          <a:lnRef idx="1">
            <a:schemeClr val="accent1"/>
          </a:lnRef>
          <a:fillRef idx="0">
            <a:schemeClr val="accent1"/>
          </a:fillRef>
          <a:effectRef idx="0">
            <a:schemeClr val="accent1"/>
          </a:effectRef>
          <a:fontRef idx="minor">
            <a:schemeClr val="tx1"/>
          </a:fontRef>
        </p:style>
      </p:cxnSp>
      <p:sp>
        <p:nvSpPr>
          <p:cNvPr id="13" name="Title 1"/>
          <p:cNvSpPr>
            <a:spLocks noGrp="1"/>
          </p:cNvSpPr>
          <p:nvPr>
            <p:ph type="title" hasCustomPrompt="1"/>
          </p:nvPr>
        </p:nvSpPr>
        <p:spPr>
          <a:xfrm>
            <a:off x="457201" y="317514"/>
            <a:ext cx="4507927" cy="309951"/>
          </a:xfrm>
        </p:spPr>
        <p:txBody>
          <a:bodyPr>
            <a:noAutofit/>
          </a:bodyPr>
          <a:lstStyle>
            <a:lvl1pPr>
              <a:defRPr sz="1800" b="1">
                <a:solidFill>
                  <a:schemeClr val="bg1"/>
                </a:solidFill>
              </a:defRPr>
            </a:lvl1pPr>
          </a:lstStyle>
          <a:p>
            <a:r>
              <a:rPr lang="en-GB" dirty="0"/>
              <a:t>Headline title goes here</a:t>
            </a:r>
            <a:endParaRPr lang="en-US" dirty="0"/>
          </a:p>
        </p:txBody>
      </p:sp>
      <p:pic>
        <p:nvPicPr>
          <p:cNvPr id="11" name="Picture 10"/>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7763311" y="47774"/>
            <a:ext cx="1302631" cy="526941"/>
          </a:xfrm>
          <a:prstGeom prst="rect">
            <a:avLst/>
          </a:prstGeom>
        </p:spPr>
      </p:pic>
    </p:spTree>
    <p:extLst>
      <p:ext uri="{BB962C8B-B14F-4D97-AF65-F5344CB8AC3E}">
        <p14:creationId xmlns:p14="http://schemas.microsoft.com/office/powerpoint/2010/main" val="41860415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3_UniOfSurrey - Standard Slide">
    <p:spTree>
      <p:nvGrpSpPr>
        <p:cNvPr id="1" name=""/>
        <p:cNvGrpSpPr/>
        <p:nvPr/>
      </p:nvGrpSpPr>
      <p:grpSpPr>
        <a:xfrm>
          <a:off x="0" y="0"/>
          <a:ext cx="0" cy="0"/>
          <a:chOff x="0" y="0"/>
          <a:chExt cx="0" cy="0"/>
        </a:xfrm>
      </p:grpSpPr>
      <p:sp>
        <p:nvSpPr>
          <p:cNvPr id="16" name="Rectangle 15"/>
          <p:cNvSpPr/>
          <p:nvPr userDrawn="1"/>
        </p:nvSpPr>
        <p:spPr>
          <a:xfrm>
            <a:off x="0" y="0"/>
            <a:ext cx="9144000" cy="654899"/>
          </a:xfrm>
          <a:prstGeom prst="rect">
            <a:avLst/>
          </a:prstGeom>
          <a:solidFill>
            <a:srgbClr val="008A85"/>
          </a:solidFill>
          <a:ln>
            <a:solidFill>
              <a:srgbClr val="008A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dirty="0">
              <a:ln>
                <a:noFill/>
              </a:ln>
              <a:effectLst/>
            </a:endParaRPr>
          </a:p>
        </p:txBody>
      </p:sp>
      <p:sp>
        <p:nvSpPr>
          <p:cNvPr id="3" name="Content Placeholder 2"/>
          <p:cNvSpPr>
            <a:spLocks noGrp="1"/>
          </p:cNvSpPr>
          <p:nvPr>
            <p:ph idx="1"/>
          </p:nvPr>
        </p:nvSpPr>
        <p:spPr>
          <a:xfrm>
            <a:off x="457200" y="1200151"/>
            <a:ext cx="8321443" cy="3394472"/>
          </a:xfrm>
          <a:prstGeom prst="rect">
            <a:avLst/>
          </a:prstGeom>
        </p:spPr>
        <p:txBody>
          <a:bodyPr>
            <a:normAutofit/>
          </a:bodyPr>
          <a:lstStyle>
            <a:lvl1pPr>
              <a:defRPr sz="1500">
                <a:solidFill>
                  <a:schemeClr val="tx1">
                    <a:lumMod val="50000"/>
                  </a:schemeClr>
                </a:solidFill>
                <a:latin typeface="Georgia" panose="02040502050405020303" pitchFamily="18" charset="0"/>
                <a:cs typeface="Arial"/>
              </a:defRPr>
            </a:lvl1pPr>
            <a:lvl2pPr>
              <a:defRPr sz="1500">
                <a:solidFill>
                  <a:srgbClr val="008A85"/>
                </a:solidFill>
                <a:latin typeface="Georgia" panose="02040502050405020303" pitchFamily="18" charset="0"/>
                <a:cs typeface="Arial"/>
              </a:defRPr>
            </a:lvl2pPr>
            <a:lvl3pPr>
              <a:defRPr sz="1350">
                <a:solidFill>
                  <a:srgbClr val="556169"/>
                </a:solidFill>
                <a:latin typeface="Georgia" panose="02040502050405020303" pitchFamily="18" charset="0"/>
                <a:cs typeface="Arial"/>
              </a:defRPr>
            </a:lvl3pPr>
            <a:lvl4pPr>
              <a:defRPr sz="1350">
                <a:solidFill>
                  <a:srgbClr val="008A85"/>
                </a:solidFill>
                <a:latin typeface="Georgia" panose="02040502050405020303" pitchFamily="18" charset="0"/>
                <a:cs typeface="Arial"/>
              </a:defRPr>
            </a:lvl4pPr>
            <a:lvl5pPr>
              <a:defRPr sz="1200">
                <a:solidFill>
                  <a:srgbClr val="556169"/>
                </a:solidFill>
                <a:latin typeface="Georgia" panose="02040502050405020303" pitchFamily="18" charset="0"/>
                <a:cs typeface="Aria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Text Placeholder 9"/>
          <p:cNvSpPr>
            <a:spLocks noGrp="1"/>
          </p:cNvSpPr>
          <p:nvPr>
            <p:ph type="body" sz="quarter" idx="13" hasCustomPrompt="1"/>
          </p:nvPr>
        </p:nvSpPr>
        <p:spPr>
          <a:xfrm>
            <a:off x="457200" y="702470"/>
            <a:ext cx="8321442" cy="288131"/>
          </a:xfrm>
          <a:prstGeom prst="rect">
            <a:avLst/>
          </a:prstGeom>
        </p:spPr>
        <p:txBody>
          <a:bodyPr>
            <a:normAutofit/>
          </a:bodyPr>
          <a:lstStyle>
            <a:lvl1pPr marL="0" indent="0">
              <a:buNone/>
              <a:defRPr sz="1350" baseline="0">
                <a:solidFill>
                  <a:srgbClr val="4A4A49"/>
                </a:solidFill>
                <a:latin typeface="Georgia"/>
                <a:cs typeface="Georgia"/>
              </a:defRPr>
            </a:lvl1pPr>
          </a:lstStyle>
          <a:p>
            <a:pPr lvl="0"/>
            <a:r>
              <a:rPr lang="en-US" dirty="0"/>
              <a:t>Sub line / Content Title goes here</a:t>
            </a:r>
          </a:p>
        </p:txBody>
      </p:sp>
      <p:cxnSp>
        <p:nvCxnSpPr>
          <p:cNvPr id="12" name="Straight Connector 11"/>
          <p:cNvCxnSpPr/>
          <p:nvPr userDrawn="1"/>
        </p:nvCxnSpPr>
        <p:spPr>
          <a:xfrm>
            <a:off x="0" y="658502"/>
            <a:ext cx="9180000" cy="0"/>
          </a:xfrm>
          <a:prstGeom prst="line">
            <a:avLst/>
          </a:prstGeom>
          <a:ln w="6350" cmpd="sng">
            <a:solidFill>
              <a:srgbClr val="008A85"/>
            </a:solidFill>
          </a:ln>
        </p:spPr>
        <p:style>
          <a:lnRef idx="1">
            <a:schemeClr val="accent1"/>
          </a:lnRef>
          <a:fillRef idx="0">
            <a:schemeClr val="accent1"/>
          </a:fillRef>
          <a:effectRef idx="0">
            <a:schemeClr val="accent1"/>
          </a:effectRef>
          <a:fontRef idx="minor">
            <a:schemeClr val="tx1"/>
          </a:fontRef>
        </p:style>
      </p:cxnSp>
      <p:sp>
        <p:nvSpPr>
          <p:cNvPr id="13" name="Title 1"/>
          <p:cNvSpPr>
            <a:spLocks noGrp="1"/>
          </p:cNvSpPr>
          <p:nvPr>
            <p:ph type="title" hasCustomPrompt="1"/>
          </p:nvPr>
        </p:nvSpPr>
        <p:spPr>
          <a:xfrm>
            <a:off x="457201" y="317514"/>
            <a:ext cx="4507927" cy="309951"/>
          </a:xfrm>
        </p:spPr>
        <p:txBody>
          <a:bodyPr>
            <a:noAutofit/>
          </a:bodyPr>
          <a:lstStyle>
            <a:lvl1pPr>
              <a:defRPr sz="1800" b="1">
                <a:solidFill>
                  <a:schemeClr val="bg1"/>
                </a:solidFill>
              </a:defRPr>
            </a:lvl1pPr>
          </a:lstStyle>
          <a:p>
            <a:r>
              <a:rPr lang="en-GB" dirty="0"/>
              <a:t>Headline title goes here</a:t>
            </a:r>
            <a:endParaRPr lang="en-US" dirty="0"/>
          </a:p>
        </p:txBody>
      </p:sp>
      <p:pic>
        <p:nvPicPr>
          <p:cNvPr id="11" name="Picture 10"/>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7763311" y="47774"/>
            <a:ext cx="1302631" cy="526941"/>
          </a:xfrm>
          <a:prstGeom prst="rect">
            <a:avLst/>
          </a:prstGeom>
        </p:spPr>
      </p:pic>
    </p:spTree>
    <p:extLst>
      <p:ext uri="{BB962C8B-B14F-4D97-AF65-F5344CB8AC3E}">
        <p14:creationId xmlns:p14="http://schemas.microsoft.com/office/powerpoint/2010/main" val="36350476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4_UniOfSurrey - Clean Blue Cover">
    <p:bg>
      <p:bgPr>
        <a:solidFill>
          <a:srgbClr val="008A85"/>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29248" y="1542200"/>
            <a:ext cx="5775157" cy="824023"/>
          </a:xfrm>
        </p:spPr>
        <p:txBody>
          <a:bodyPr anchor="b">
            <a:noAutofit/>
          </a:bodyPr>
          <a:lstStyle>
            <a:lvl1pPr algn="l">
              <a:defRPr sz="2100" baseline="0">
                <a:solidFill>
                  <a:srgbClr val="FFFFFF"/>
                </a:solidFill>
              </a:defRPr>
            </a:lvl1pPr>
          </a:lstStyle>
          <a:p>
            <a:r>
              <a:rPr lang="en-GB" dirty="0"/>
              <a:t>Presentation title goes here</a:t>
            </a:r>
            <a:endParaRPr lang="en-US" dirty="0"/>
          </a:p>
        </p:txBody>
      </p:sp>
      <p:cxnSp>
        <p:nvCxnSpPr>
          <p:cNvPr id="5" name="Straight Connector 4"/>
          <p:cNvCxnSpPr/>
          <p:nvPr userDrawn="1"/>
        </p:nvCxnSpPr>
        <p:spPr>
          <a:xfrm>
            <a:off x="-5763" y="2465296"/>
            <a:ext cx="7261490" cy="6191"/>
          </a:xfrm>
          <a:prstGeom prst="line">
            <a:avLst/>
          </a:prstGeom>
          <a:ln w="6350" cmpd="sng">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Text Placeholder 13"/>
          <p:cNvSpPr>
            <a:spLocks noGrp="1"/>
          </p:cNvSpPr>
          <p:nvPr>
            <p:ph type="body" sz="quarter" idx="12" hasCustomPrompt="1"/>
          </p:nvPr>
        </p:nvSpPr>
        <p:spPr>
          <a:xfrm>
            <a:off x="529080" y="2565965"/>
            <a:ext cx="5775325" cy="839390"/>
          </a:xfrm>
        </p:spPr>
        <p:txBody>
          <a:bodyPr>
            <a:normAutofit/>
          </a:bodyPr>
          <a:lstStyle>
            <a:lvl1pPr algn="l">
              <a:defRPr sz="1500">
                <a:solidFill>
                  <a:srgbClr val="FFFFFF"/>
                </a:solidFill>
              </a:defRPr>
            </a:lvl1pPr>
            <a:lvl2pPr algn="ctr">
              <a:defRPr>
                <a:solidFill>
                  <a:srgbClr val="FFFFFF"/>
                </a:solidFill>
              </a:defRPr>
            </a:lvl2pPr>
            <a:lvl3pPr algn="ctr">
              <a:defRPr>
                <a:solidFill>
                  <a:srgbClr val="FFFFFF"/>
                </a:solidFill>
              </a:defRPr>
            </a:lvl3pPr>
            <a:lvl4pPr algn="ctr">
              <a:defRPr>
                <a:solidFill>
                  <a:srgbClr val="FFFFFF"/>
                </a:solidFill>
              </a:defRPr>
            </a:lvl4pPr>
            <a:lvl5pPr algn="ctr">
              <a:defRPr>
                <a:solidFill>
                  <a:srgbClr val="FFFFFF"/>
                </a:solidFill>
              </a:defRPr>
            </a:lvl5pPr>
          </a:lstStyle>
          <a:p>
            <a:pPr lvl="0"/>
            <a:r>
              <a:rPr lang="en-GB" dirty="0"/>
              <a:t>Presentation subtitle / presenter here</a:t>
            </a:r>
          </a:p>
        </p:txBody>
      </p:sp>
      <p:pic>
        <p:nvPicPr>
          <p:cNvPr id="6" name="Picture 5"/>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7026913" y="1714321"/>
            <a:ext cx="1871760" cy="757166"/>
          </a:xfrm>
          <a:prstGeom prst="rect">
            <a:avLst/>
          </a:prstGeom>
        </p:spPr>
      </p:pic>
    </p:spTree>
    <p:extLst>
      <p:ext uri="{BB962C8B-B14F-4D97-AF65-F5344CB8AC3E}">
        <p14:creationId xmlns:p14="http://schemas.microsoft.com/office/powerpoint/2010/main" val="368030768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1143000" y="841375"/>
            <a:ext cx="6858000" cy="1790700"/>
          </a:xfrm>
        </p:spPr>
        <p:txBody>
          <a:bodyPr anchor="b"/>
          <a:lstStyle>
            <a:lvl1pPr algn="ctr">
              <a:defRPr sz="6000"/>
            </a:lvl1pPr>
          </a:lstStyle>
          <a:p>
            <a:r>
              <a:rPr lang="de-DE"/>
              <a:t>Titelmasterformat durch Klicken bearbeiten</a:t>
            </a:r>
            <a:endParaRPr lang="en-GB"/>
          </a:p>
        </p:txBody>
      </p:sp>
      <p:sp>
        <p:nvSpPr>
          <p:cNvPr id="3" name="Untertitel 2"/>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Formatvorlage des Untertitelmasters durch Klicken bearbeiten</a:t>
            </a:r>
            <a:endParaRPr lang="en-GB"/>
          </a:p>
        </p:txBody>
      </p:sp>
      <p:sp>
        <p:nvSpPr>
          <p:cNvPr id="4" name="Datumsplatzhalter 3"/>
          <p:cNvSpPr>
            <a:spLocks noGrp="1"/>
          </p:cNvSpPr>
          <p:nvPr>
            <p:ph type="dt" sz="half" idx="10"/>
          </p:nvPr>
        </p:nvSpPr>
        <p:spPr/>
        <p:txBody>
          <a:bodyPr/>
          <a:lstStyle/>
          <a:p>
            <a:endParaRPr lang="en-GB"/>
          </a:p>
        </p:txBody>
      </p:sp>
      <p:sp>
        <p:nvSpPr>
          <p:cNvPr id="5" name="Fußzeilenplatzhalter 4"/>
          <p:cNvSpPr>
            <a:spLocks noGrp="1"/>
          </p:cNvSpPr>
          <p:nvPr>
            <p:ph type="ftr" sz="quarter" idx="11"/>
          </p:nvPr>
        </p:nvSpPr>
        <p:spPr/>
        <p:txBody>
          <a:bodyPr/>
          <a:lstStyle/>
          <a:p>
            <a:endParaRPr lang="en-GB"/>
          </a:p>
        </p:txBody>
      </p:sp>
      <p:sp>
        <p:nvSpPr>
          <p:cNvPr id="6" name="Foliennummernplatzhalter 5"/>
          <p:cNvSpPr>
            <a:spLocks noGrp="1"/>
          </p:cNvSpPr>
          <p:nvPr>
            <p:ph type="sldNum" sz="quarter" idx="12"/>
          </p:nvPr>
        </p:nvSpPr>
        <p:spPr/>
        <p:txBody>
          <a:bodyPr/>
          <a:lstStyle/>
          <a:p>
            <a:fld id="{A23F9A1F-9E87-45D7-ABB0-1381DBFA5F0F}" type="slidenum">
              <a:rPr lang="en-GB" smtClean="0"/>
              <a:t>‹Nr.›</a:t>
            </a:fld>
            <a:endParaRPr lang="en-GB"/>
          </a:p>
        </p:txBody>
      </p:sp>
    </p:spTree>
    <p:extLst>
      <p:ext uri="{BB962C8B-B14F-4D97-AF65-F5344CB8AC3E}">
        <p14:creationId xmlns:p14="http://schemas.microsoft.com/office/powerpoint/2010/main" val="25245571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en-GB"/>
          </a:p>
        </p:txBody>
      </p:sp>
      <p:sp>
        <p:nvSpPr>
          <p:cNvPr id="3" name="Inhaltsplatzhalter 2"/>
          <p:cNvSpPr>
            <a:spLocks noGrp="1"/>
          </p:cNvSpPr>
          <p:nvPr>
            <p:ph idx="1"/>
          </p:nvPr>
        </p:nvSpPr>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Datumsplatzhalter 3"/>
          <p:cNvSpPr>
            <a:spLocks noGrp="1"/>
          </p:cNvSpPr>
          <p:nvPr>
            <p:ph type="dt" sz="half" idx="10"/>
          </p:nvPr>
        </p:nvSpPr>
        <p:spPr/>
        <p:txBody>
          <a:bodyPr/>
          <a:lstStyle/>
          <a:p>
            <a:endParaRPr lang="en-GB"/>
          </a:p>
        </p:txBody>
      </p:sp>
      <p:sp>
        <p:nvSpPr>
          <p:cNvPr id="5" name="Fußzeilenplatzhalter 4"/>
          <p:cNvSpPr>
            <a:spLocks noGrp="1"/>
          </p:cNvSpPr>
          <p:nvPr>
            <p:ph type="ftr" sz="quarter" idx="11"/>
          </p:nvPr>
        </p:nvSpPr>
        <p:spPr/>
        <p:txBody>
          <a:bodyPr/>
          <a:lstStyle/>
          <a:p>
            <a:endParaRPr lang="en-GB"/>
          </a:p>
        </p:txBody>
      </p:sp>
      <p:sp>
        <p:nvSpPr>
          <p:cNvPr id="6" name="Foliennummernplatzhalter 5"/>
          <p:cNvSpPr>
            <a:spLocks noGrp="1"/>
          </p:cNvSpPr>
          <p:nvPr>
            <p:ph type="sldNum" sz="quarter" idx="12"/>
          </p:nvPr>
        </p:nvSpPr>
        <p:spPr/>
        <p:txBody>
          <a:bodyPr/>
          <a:lstStyle/>
          <a:p>
            <a:fld id="{A23F9A1F-9E87-45D7-ABB0-1381DBFA5F0F}" type="slidenum">
              <a:rPr lang="en-GB" smtClean="0"/>
              <a:t>‹Nr.›</a:t>
            </a:fld>
            <a:endParaRPr lang="en-GB"/>
          </a:p>
        </p:txBody>
      </p:sp>
    </p:spTree>
    <p:extLst>
      <p:ext uri="{BB962C8B-B14F-4D97-AF65-F5344CB8AC3E}">
        <p14:creationId xmlns:p14="http://schemas.microsoft.com/office/powerpoint/2010/main" val="21629057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623888" y="1282700"/>
            <a:ext cx="7886700" cy="2139950"/>
          </a:xfrm>
        </p:spPr>
        <p:txBody>
          <a:bodyPr anchor="b"/>
          <a:lstStyle>
            <a:lvl1pPr>
              <a:defRPr sz="6000"/>
            </a:lvl1pPr>
          </a:lstStyle>
          <a:p>
            <a:r>
              <a:rPr lang="de-DE"/>
              <a:t>Titelmasterformat durch Klicken bearbeiten</a:t>
            </a:r>
            <a:endParaRPr lang="en-GB"/>
          </a:p>
        </p:txBody>
      </p:sp>
      <p:sp>
        <p:nvSpPr>
          <p:cNvPr id="3" name="Textplatzhalter 2"/>
          <p:cNvSpPr>
            <a:spLocks noGrp="1"/>
          </p:cNvSpPr>
          <p:nvPr>
            <p:ph type="body" idx="1"/>
          </p:nvPr>
        </p:nvSpPr>
        <p:spPr>
          <a:xfrm>
            <a:off x="623888" y="3441700"/>
            <a:ext cx="7886700" cy="1125538"/>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Textmasterformat bearbeiten</a:t>
            </a:r>
          </a:p>
        </p:txBody>
      </p:sp>
      <p:sp>
        <p:nvSpPr>
          <p:cNvPr id="4" name="Datumsplatzhalter 3"/>
          <p:cNvSpPr>
            <a:spLocks noGrp="1"/>
          </p:cNvSpPr>
          <p:nvPr>
            <p:ph type="dt" sz="half" idx="10"/>
          </p:nvPr>
        </p:nvSpPr>
        <p:spPr/>
        <p:txBody>
          <a:bodyPr/>
          <a:lstStyle/>
          <a:p>
            <a:endParaRPr lang="en-GB"/>
          </a:p>
        </p:txBody>
      </p:sp>
      <p:sp>
        <p:nvSpPr>
          <p:cNvPr id="5" name="Fußzeilenplatzhalter 4"/>
          <p:cNvSpPr>
            <a:spLocks noGrp="1"/>
          </p:cNvSpPr>
          <p:nvPr>
            <p:ph type="ftr" sz="quarter" idx="11"/>
          </p:nvPr>
        </p:nvSpPr>
        <p:spPr/>
        <p:txBody>
          <a:bodyPr/>
          <a:lstStyle/>
          <a:p>
            <a:endParaRPr lang="en-GB"/>
          </a:p>
        </p:txBody>
      </p:sp>
      <p:sp>
        <p:nvSpPr>
          <p:cNvPr id="6" name="Foliennummernplatzhalter 5"/>
          <p:cNvSpPr>
            <a:spLocks noGrp="1"/>
          </p:cNvSpPr>
          <p:nvPr>
            <p:ph type="sldNum" sz="quarter" idx="12"/>
          </p:nvPr>
        </p:nvSpPr>
        <p:spPr/>
        <p:txBody>
          <a:bodyPr/>
          <a:lstStyle/>
          <a:p>
            <a:fld id="{A23F9A1F-9E87-45D7-ABB0-1381DBFA5F0F}" type="slidenum">
              <a:rPr lang="en-GB" smtClean="0"/>
              <a:t>‹Nr.›</a:t>
            </a:fld>
            <a:endParaRPr lang="en-GB"/>
          </a:p>
        </p:txBody>
      </p:sp>
    </p:spTree>
    <p:extLst>
      <p:ext uri="{BB962C8B-B14F-4D97-AF65-F5344CB8AC3E}">
        <p14:creationId xmlns:p14="http://schemas.microsoft.com/office/powerpoint/2010/main" val="379599602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en-GB"/>
          </a:p>
        </p:txBody>
      </p:sp>
      <p:sp>
        <p:nvSpPr>
          <p:cNvPr id="3" name="Inhaltsplatzhalter 2"/>
          <p:cNvSpPr>
            <a:spLocks noGrp="1"/>
          </p:cNvSpPr>
          <p:nvPr>
            <p:ph sz="half" idx="1"/>
          </p:nvPr>
        </p:nvSpPr>
        <p:spPr>
          <a:xfrm>
            <a:off x="628650" y="1370013"/>
            <a:ext cx="3867150" cy="3262312"/>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Inhaltsplatzhalter 3"/>
          <p:cNvSpPr>
            <a:spLocks noGrp="1"/>
          </p:cNvSpPr>
          <p:nvPr>
            <p:ph sz="half" idx="2"/>
          </p:nvPr>
        </p:nvSpPr>
        <p:spPr>
          <a:xfrm>
            <a:off x="4648200" y="1370013"/>
            <a:ext cx="3867150" cy="3262312"/>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5" name="Datumsplatzhalter 4"/>
          <p:cNvSpPr>
            <a:spLocks noGrp="1"/>
          </p:cNvSpPr>
          <p:nvPr>
            <p:ph type="dt" sz="half" idx="10"/>
          </p:nvPr>
        </p:nvSpPr>
        <p:spPr/>
        <p:txBody>
          <a:bodyPr/>
          <a:lstStyle/>
          <a:p>
            <a:endParaRPr lang="en-GB"/>
          </a:p>
        </p:txBody>
      </p:sp>
      <p:sp>
        <p:nvSpPr>
          <p:cNvPr id="6" name="Fußzeilenplatzhalter 5"/>
          <p:cNvSpPr>
            <a:spLocks noGrp="1"/>
          </p:cNvSpPr>
          <p:nvPr>
            <p:ph type="ftr" sz="quarter" idx="11"/>
          </p:nvPr>
        </p:nvSpPr>
        <p:spPr/>
        <p:txBody>
          <a:bodyPr/>
          <a:lstStyle/>
          <a:p>
            <a:endParaRPr lang="en-GB"/>
          </a:p>
        </p:txBody>
      </p:sp>
      <p:sp>
        <p:nvSpPr>
          <p:cNvPr id="7" name="Foliennummernplatzhalter 6"/>
          <p:cNvSpPr>
            <a:spLocks noGrp="1"/>
          </p:cNvSpPr>
          <p:nvPr>
            <p:ph type="sldNum" sz="quarter" idx="12"/>
          </p:nvPr>
        </p:nvSpPr>
        <p:spPr/>
        <p:txBody>
          <a:bodyPr/>
          <a:lstStyle/>
          <a:p>
            <a:fld id="{A23F9A1F-9E87-45D7-ABB0-1381DBFA5F0F}" type="slidenum">
              <a:rPr lang="en-GB" smtClean="0"/>
              <a:t>‹Nr.›</a:t>
            </a:fld>
            <a:endParaRPr lang="en-GB"/>
          </a:p>
        </p:txBody>
      </p:sp>
    </p:spTree>
    <p:extLst>
      <p:ext uri="{BB962C8B-B14F-4D97-AF65-F5344CB8AC3E}">
        <p14:creationId xmlns:p14="http://schemas.microsoft.com/office/powerpoint/2010/main" val="195966986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630238" y="274638"/>
            <a:ext cx="7886700" cy="993775"/>
          </a:xfrm>
        </p:spPr>
        <p:txBody>
          <a:bodyPr/>
          <a:lstStyle/>
          <a:p>
            <a:r>
              <a:rPr lang="de-DE"/>
              <a:t>Titelmasterformat durch Klicken bearbeiten</a:t>
            </a:r>
            <a:endParaRPr lang="en-GB"/>
          </a:p>
        </p:txBody>
      </p:sp>
      <p:sp>
        <p:nvSpPr>
          <p:cNvPr id="3" name="Textplatzhalter 2"/>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 bearbeiten</a:t>
            </a:r>
          </a:p>
        </p:txBody>
      </p:sp>
      <p:sp>
        <p:nvSpPr>
          <p:cNvPr id="4" name="Inhaltsplatzhalter 3"/>
          <p:cNvSpPr>
            <a:spLocks noGrp="1"/>
          </p:cNvSpPr>
          <p:nvPr>
            <p:ph sz="half" idx="2"/>
          </p:nvPr>
        </p:nvSpPr>
        <p:spPr>
          <a:xfrm>
            <a:off x="630238" y="1879600"/>
            <a:ext cx="3868737" cy="2762250"/>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5" name="Textplatzhalter 4"/>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 bearbeiten</a:t>
            </a:r>
          </a:p>
        </p:txBody>
      </p:sp>
      <p:sp>
        <p:nvSpPr>
          <p:cNvPr id="6" name="Inhaltsplatzhalter 5"/>
          <p:cNvSpPr>
            <a:spLocks noGrp="1"/>
          </p:cNvSpPr>
          <p:nvPr>
            <p:ph sz="quarter" idx="4"/>
          </p:nvPr>
        </p:nvSpPr>
        <p:spPr>
          <a:xfrm>
            <a:off x="4629150" y="1879600"/>
            <a:ext cx="3887788" cy="2762250"/>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7" name="Datumsplatzhalter 6"/>
          <p:cNvSpPr>
            <a:spLocks noGrp="1"/>
          </p:cNvSpPr>
          <p:nvPr>
            <p:ph type="dt" sz="half" idx="10"/>
          </p:nvPr>
        </p:nvSpPr>
        <p:spPr/>
        <p:txBody>
          <a:bodyPr/>
          <a:lstStyle/>
          <a:p>
            <a:endParaRPr lang="en-GB"/>
          </a:p>
        </p:txBody>
      </p:sp>
      <p:sp>
        <p:nvSpPr>
          <p:cNvPr id="8" name="Fußzeilenplatzhalter 7"/>
          <p:cNvSpPr>
            <a:spLocks noGrp="1"/>
          </p:cNvSpPr>
          <p:nvPr>
            <p:ph type="ftr" sz="quarter" idx="11"/>
          </p:nvPr>
        </p:nvSpPr>
        <p:spPr/>
        <p:txBody>
          <a:bodyPr/>
          <a:lstStyle/>
          <a:p>
            <a:endParaRPr lang="en-GB"/>
          </a:p>
        </p:txBody>
      </p:sp>
      <p:sp>
        <p:nvSpPr>
          <p:cNvPr id="9" name="Foliennummernplatzhalter 8"/>
          <p:cNvSpPr>
            <a:spLocks noGrp="1"/>
          </p:cNvSpPr>
          <p:nvPr>
            <p:ph type="sldNum" sz="quarter" idx="12"/>
          </p:nvPr>
        </p:nvSpPr>
        <p:spPr/>
        <p:txBody>
          <a:bodyPr/>
          <a:lstStyle/>
          <a:p>
            <a:fld id="{A23F9A1F-9E87-45D7-ABB0-1381DBFA5F0F}" type="slidenum">
              <a:rPr lang="en-GB" smtClean="0"/>
              <a:t>‹Nr.›</a:t>
            </a:fld>
            <a:endParaRPr lang="en-GB"/>
          </a:p>
        </p:txBody>
      </p:sp>
    </p:spTree>
    <p:extLst>
      <p:ext uri="{BB962C8B-B14F-4D97-AF65-F5344CB8AC3E}">
        <p14:creationId xmlns:p14="http://schemas.microsoft.com/office/powerpoint/2010/main" val="94012456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en-GB"/>
          </a:p>
        </p:txBody>
      </p:sp>
      <p:sp>
        <p:nvSpPr>
          <p:cNvPr id="3" name="Datumsplatzhalter 2"/>
          <p:cNvSpPr>
            <a:spLocks noGrp="1"/>
          </p:cNvSpPr>
          <p:nvPr>
            <p:ph type="dt" sz="half" idx="10"/>
          </p:nvPr>
        </p:nvSpPr>
        <p:spPr/>
        <p:txBody>
          <a:bodyPr/>
          <a:lstStyle/>
          <a:p>
            <a:endParaRPr lang="en-GB"/>
          </a:p>
        </p:txBody>
      </p:sp>
      <p:sp>
        <p:nvSpPr>
          <p:cNvPr id="4" name="Fußzeilenplatzhalter 3"/>
          <p:cNvSpPr>
            <a:spLocks noGrp="1"/>
          </p:cNvSpPr>
          <p:nvPr>
            <p:ph type="ftr" sz="quarter" idx="11"/>
          </p:nvPr>
        </p:nvSpPr>
        <p:spPr/>
        <p:txBody>
          <a:bodyPr/>
          <a:lstStyle/>
          <a:p>
            <a:endParaRPr lang="en-GB"/>
          </a:p>
        </p:txBody>
      </p:sp>
      <p:sp>
        <p:nvSpPr>
          <p:cNvPr id="5" name="Foliennummernplatzhalter 4"/>
          <p:cNvSpPr>
            <a:spLocks noGrp="1"/>
          </p:cNvSpPr>
          <p:nvPr>
            <p:ph type="sldNum" sz="quarter" idx="12"/>
          </p:nvPr>
        </p:nvSpPr>
        <p:spPr/>
        <p:txBody>
          <a:bodyPr/>
          <a:lstStyle/>
          <a:p>
            <a:fld id="{A23F9A1F-9E87-45D7-ABB0-1381DBFA5F0F}" type="slidenum">
              <a:rPr lang="en-GB" smtClean="0"/>
              <a:t>‹Nr.›</a:t>
            </a:fld>
            <a:endParaRPr lang="en-GB"/>
          </a:p>
        </p:txBody>
      </p:sp>
    </p:spTree>
    <p:extLst>
      <p:ext uri="{BB962C8B-B14F-4D97-AF65-F5344CB8AC3E}">
        <p14:creationId xmlns:p14="http://schemas.microsoft.com/office/powerpoint/2010/main" val="177204648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endParaRPr lang="en-GB"/>
          </a:p>
        </p:txBody>
      </p:sp>
      <p:sp>
        <p:nvSpPr>
          <p:cNvPr id="3" name="Fußzeilenplatzhalter 2"/>
          <p:cNvSpPr>
            <a:spLocks noGrp="1"/>
          </p:cNvSpPr>
          <p:nvPr>
            <p:ph type="ftr" sz="quarter" idx="11"/>
          </p:nvPr>
        </p:nvSpPr>
        <p:spPr/>
        <p:txBody>
          <a:bodyPr/>
          <a:lstStyle/>
          <a:p>
            <a:endParaRPr lang="en-GB"/>
          </a:p>
        </p:txBody>
      </p:sp>
      <p:sp>
        <p:nvSpPr>
          <p:cNvPr id="4" name="Foliennummernplatzhalter 3"/>
          <p:cNvSpPr>
            <a:spLocks noGrp="1"/>
          </p:cNvSpPr>
          <p:nvPr>
            <p:ph type="sldNum" sz="quarter" idx="12"/>
          </p:nvPr>
        </p:nvSpPr>
        <p:spPr/>
        <p:txBody>
          <a:bodyPr/>
          <a:lstStyle/>
          <a:p>
            <a:fld id="{A23F9A1F-9E87-45D7-ABB0-1381DBFA5F0F}" type="slidenum">
              <a:rPr lang="en-GB" smtClean="0"/>
              <a:t>‹Nr.›</a:t>
            </a:fld>
            <a:endParaRPr lang="en-GB"/>
          </a:p>
        </p:txBody>
      </p:sp>
    </p:spTree>
    <p:extLst>
      <p:ext uri="{BB962C8B-B14F-4D97-AF65-F5344CB8AC3E}">
        <p14:creationId xmlns:p14="http://schemas.microsoft.com/office/powerpoint/2010/main" val="38731015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630238" y="342900"/>
            <a:ext cx="2949575" cy="1200150"/>
          </a:xfrm>
        </p:spPr>
        <p:txBody>
          <a:bodyPr anchor="b"/>
          <a:lstStyle>
            <a:lvl1pPr>
              <a:defRPr sz="3200"/>
            </a:lvl1pPr>
          </a:lstStyle>
          <a:p>
            <a:r>
              <a:rPr lang="de-DE"/>
              <a:t>Titelmasterformat durch Klicken bearbeiten</a:t>
            </a:r>
            <a:endParaRPr lang="en-GB"/>
          </a:p>
        </p:txBody>
      </p:sp>
      <p:sp>
        <p:nvSpPr>
          <p:cNvPr id="3" name="Inhaltsplatzhalter 2"/>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Textplatzhalter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Textmasterformat bearbeiten</a:t>
            </a:r>
          </a:p>
        </p:txBody>
      </p:sp>
      <p:sp>
        <p:nvSpPr>
          <p:cNvPr id="5" name="Datumsplatzhalter 4"/>
          <p:cNvSpPr>
            <a:spLocks noGrp="1"/>
          </p:cNvSpPr>
          <p:nvPr>
            <p:ph type="dt" sz="half" idx="10"/>
          </p:nvPr>
        </p:nvSpPr>
        <p:spPr/>
        <p:txBody>
          <a:bodyPr/>
          <a:lstStyle/>
          <a:p>
            <a:endParaRPr lang="en-GB"/>
          </a:p>
        </p:txBody>
      </p:sp>
      <p:sp>
        <p:nvSpPr>
          <p:cNvPr id="6" name="Fußzeilenplatzhalter 5"/>
          <p:cNvSpPr>
            <a:spLocks noGrp="1"/>
          </p:cNvSpPr>
          <p:nvPr>
            <p:ph type="ftr" sz="quarter" idx="11"/>
          </p:nvPr>
        </p:nvSpPr>
        <p:spPr/>
        <p:txBody>
          <a:bodyPr/>
          <a:lstStyle/>
          <a:p>
            <a:endParaRPr lang="en-GB"/>
          </a:p>
        </p:txBody>
      </p:sp>
      <p:sp>
        <p:nvSpPr>
          <p:cNvPr id="7" name="Foliennummernplatzhalter 6"/>
          <p:cNvSpPr>
            <a:spLocks noGrp="1"/>
          </p:cNvSpPr>
          <p:nvPr>
            <p:ph type="sldNum" sz="quarter" idx="12"/>
          </p:nvPr>
        </p:nvSpPr>
        <p:spPr/>
        <p:txBody>
          <a:bodyPr/>
          <a:lstStyle/>
          <a:p>
            <a:fld id="{A23F9A1F-9E87-45D7-ABB0-1381DBFA5F0F}" type="slidenum">
              <a:rPr lang="en-GB" smtClean="0"/>
              <a:t>‹Nr.›</a:t>
            </a:fld>
            <a:endParaRPr lang="en-GB"/>
          </a:p>
        </p:txBody>
      </p:sp>
    </p:spTree>
    <p:extLst>
      <p:ext uri="{BB962C8B-B14F-4D97-AF65-F5344CB8AC3E}">
        <p14:creationId xmlns:p14="http://schemas.microsoft.com/office/powerpoint/2010/main" val="380524257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630238" y="342900"/>
            <a:ext cx="2949575" cy="1200150"/>
          </a:xfrm>
        </p:spPr>
        <p:txBody>
          <a:bodyPr anchor="b"/>
          <a:lstStyle>
            <a:lvl1pPr>
              <a:defRPr sz="3200"/>
            </a:lvl1pPr>
          </a:lstStyle>
          <a:p>
            <a:r>
              <a:rPr lang="de-DE"/>
              <a:t>Titelmasterformat durch Klicken bearbeiten</a:t>
            </a:r>
            <a:endParaRPr lang="en-GB"/>
          </a:p>
        </p:txBody>
      </p:sp>
      <p:sp>
        <p:nvSpPr>
          <p:cNvPr id="3" name="Bildplatzhalter 2"/>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platzhalter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Textmasterformat bearbeiten</a:t>
            </a:r>
          </a:p>
        </p:txBody>
      </p:sp>
      <p:sp>
        <p:nvSpPr>
          <p:cNvPr id="5" name="Datumsplatzhalter 4"/>
          <p:cNvSpPr>
            <a:spLocks noGrp="1"/>
          </p:cNvSpPr>
          <p:nvPr>
            <p:ph type="dt" sz="half" idx="10"/>
          </p:nvPr>
        </p:nvSpPr>
        <p:spPr/>
        <p:txBody>
          <a:bodyPr/>
          <a:lstStyle/>
          <a:p>
            <a:endParaRPr lang="en-GB"/>
          </a:p>
        </p:txBody>
      </p:sp>
      <p:sp>
        <p:nvSpPr>
          <p:cNvPr id="6" name="Fußzeilenplatzhalter 5"/>
          <p:cNvSpPr>
            <a:spLocks noGrp="1"/>
          </p:cNvSpPr>
          <p:nvPr>
            <p:ph type="ftr" sz="quarter" idx="11"/>
          </p:nvPr>
        </p:nvSpPr>
        <p:spPr/>
        <p:txBody>
          <a:bodyPr/>
          <a:lstStyle/>
          <a:p>
            <a:endParaRPr lang="en-GB"/>
          </a:p>
        </p:txBody>
      </p:sp>
      <p:sp>
        <p:nvSpPr>
          <p:cNvPr id="7" name="Foliennummernplatzhalter 6"/>
          <p:cNvSpPr>
            <a:spLocks noGrp="1"/>
          </p:cNvSpPr>
          <p:nvPr>
            <p:ph type="sldNum" sz="quarter" idx="12"/>
          </p:nvPr>
        </p:nvSpPr>
        <p:spPr/>
        <p:txBody>
          <a:bodyPr/>
          <a:lstStyle/>
          <a:p>
            <a:fld id="{A23F9A1F-9E87-45D7-ABB0-1381DBFA5F0F}" type="slidenum">
              <a:rPr lang="en-GB" smtClean="0"/>
              <a:t>‹Nr.›</a:t>
            </a:fld>
            <a:endParaRPr lang="en-GB"/>
          </a:p>
        </p:txBody>
      </p:sp>
    </p:spTree>
    <p:extLst>
      <p:ext uri="{BB962C8B-B14F-4D97-AF65-F5344CB8AC3E}">
        <p14:creationId xmlns:p14="http://schemas.microsoft.com/office/powerpoint/2010/main" val="104274513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en-GB"/>
          </a:p>
        </p:txBody>
      </p:sp>
      <p:sp>
        <p:nvSpPr>
          <p:cNvPr id="3" name="Vertikaler Textplatzhalter 2"/>
          <p:cNvSpPr>
            <a:spLocks noGrp="1"/>
          </p:cNvSpPr>
          <p:nvPr>
            <p:ph type="body" orient="vert" idx="1"/>
          </p:nvPr>
        </p:nvSpPr>
        <p:spPr/>
        <p:txBody>
          <a:bodyPr vert="eaVert"/>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Datumsplatzhalter 3"/>
          <p:cNvSpPr>
            <a:spLocks noGrp="1"/>
          </p:cNvSpPr>
          <p:nvPr>
            <p:ph type="dt" sz="half" idx="10"/>
          </p:nvPr>
        </p:nvSpPr>
        <p:spPr/>
        <p:txBody>
          <a:bodyPr/>
          <a:lstStyle/>
          <a:p>
            <a:endParaRPr lang="en-GB"/>
          </a:p>
        </p:txBody>
      </p:sp>
      <p:sp>
        <p:nvSpPr>
          <p:cNvPr id="5" name="Fußzeilenplatzhalter 4"/>
          <p:cNvSpPr>
            <a:spLocks noGrp="1"/>
          </p:cNvSpPr>
          <p:nvPr>
            <p:ph type="ftr" sz="quarter" idx="11"/>
          </p:nvPr>
        </p:nvSpPr>
        <p:spPr/>
        <p:txBody>
          <a:bodyPr/>
          <a:lstStyle/>
          <a:p>
            <a:endParaRPr lang="en-GB"/>
          </a:p>
        </p:txBody>
      </p:sp>
      <p:sp>
        <p:nvSpPr>
          <p:cNvPr id="6" name="Foliennummernplatzhalter 5"/>
          <p:cNvSpPr>
            <a:spLocks noGrp="1"/>
          </p:cNvSpPr>
          <p:nvPr>
            <p:ph type="sldNum" sz="quarter" idx="12"/>
          </p:nvPr>
        </p:nvSpPr>
        <p:spPr/>
        <p:txBody>
          <a:bodyPr/>
          <a:lstStyle/>
          <a:p>
            <a:fld id="{A23F9A1F-9E87-45D7-ABB0-1381DBFA5F0F}" type="slidenum">
              <a:rPr lang="en-GB" smtClean="0"/>
              <a:t>‹Nr.›</a:t>
            </a:fld>
            <a:endParaRPr lang="en-GB"/>
          </a:p>
        </p:txBody>
      </p:sp>
    </p:spTree>
    <p:extLst>
      <p:ext uri="{BB962C8B-B14F-4D97-AF65-F5344CB8AC3E}">
        <p14:creationId xmlns:p14="http://schemas.microsoft.com/office/powerpoint/2010/main" val="188810616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543675" y="274638"/>
            <a:ext cx="1971675" cy="4357687"/>
          </a:xfrm>
        </p:spPr>
        <p:txBody>
          <a:bodyPr vert="eaVert"/>
          <a:lstStyle/>
          <a:p>
            <a:r>
              <a:rPr lang="de-DE"/>
              <a:t>Titelmasterformat durch Klicken bearbeiten</a:t>
            </a:r>
            <a:endParaRPr lang="en-GB"/>
          </a:p>
        </p:txBody>
      </p:sp>
      <p:sp>
        <p:nvSpPr>
          <p:cNvPr id="3" name="Vertikaler Textplatzhalter 2"/>
          <p:cNvSpPr>
            <a:spLocks noGrp="1"/>
          </p:cNvSpPr>
          <p:nvPr>
            <p:ph type="body" orient="vert" idx="1"/>
          </p:nvPr>
        </p:nvSpPr>
        <p:spPr>
          <a:xfrm>
            <a:off x="628650" y="274638"/>
            <a:ext cx="5762625" cy="4357687"/>
          </a:xfrm>
        </p:spPr>
        <p:txBody>
          <a:bodyPr vert="eaVert"/>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Datumsplatzhalter 3"/>
          <p:cNvSpPr>
            <a:spLocks noGrp="1"/>
          </p:cNvSpPr>
          <p:nvPr>
            <p:ph type="dt" sz="half" idx="10"/>
          </p:nvPr>
        </p:nvSpPr>
        <p:spPr/>
        <p:txBody>
          <a:bodyPr/>
          <a:lstStyle/>
          <a:p>
            <a:endParaRPr lang="en-GB"/>
          </a:p>
        </p:txBody>
      </p:sp>
      <p:sp>
        <p:nvSpPr>
          <p:cNvPr id="5" name="Fußzeilenplatzhalter 4"/>
          <p:cNvSpPr>
            <a:spLocks noGrp="1"/>
          </p:cNvSpPr>
          <p:nvPr>
            <p:ph type="ftr" sz="quarter" idx="11"/>
          </p:nvPr>
        </p:nvSpPr>
        <p:spPr/>
        <p:txBody>
          <a:bodyPr/>
          <a:lstStyle/>
          <a:p>
            <a:endParaRPr lang="en-GB"/>
          </a:p>
        </p:txBody>
      </p:sp>
      <p:sp>
        <p:nvSpPr>
          <p:cNvPr id="6" name="Foliennummernplatzhalter 5"/>
          <p:cNvSpPr>
            <a:spLocks noGrp="1"/>
          </p:cNvSpPr>
          <p:nvPr>
            <p:ph type="sldNum" sz="quarter" idx="12"/>
          </p:nvPr>
        </p:nvSpPr>
        <p:spPr/>
        <p:txBody>
          <a:bodyPr/>
          <a:lstStyle/>
          <a:p>
            <a:fld id="{A23F9A1F-9E87-45D7-ABB0-1381DBFA5F0F}" type="slidenum">
              <a:rPr lang="en-GB" smtClean="0"/>
              <a:t>‹Nr.›</a:t>
            </a:fld>
            <a:endParaRPr lang="en-GB"/>
          </a:p>
        </p:txBody>
      </p:sp>
    </p:spTree>
    <p:extLst>
      <p:ext uri="{BB962C8B-B14F-4D97-AF65-F5344CB8AC3E}">
        <p14:creationId xmlns:p14="http://schemas.microsoft.com/office/powerpoint/2010/main" val="1842158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4_UniOfSurrey - Clean Blue Cover">
    <p:bg>
      <p:bgPr>
        <a:solidFill>
          <a:srgbClr val="008A85"/>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29248" y="1542200"/>
            <a:ext cx="5775157" cy="824023"/>
          </a:xfrm>
        </p:spPr>
        <p:txBody>
          <a:bodyPr anchor="b">
            <a:noAutofit/>
          </a:bodyPr>
          <a:lstStyle>
            <a:lvl1pPr algn="l">
              <a:defRPr sz="2100" baseline="0">
                <a:solidFill>
                  <a:srgbClr val="FFFFFF"/>
                </a:solidFill>
              </a:defRPr>
            </a:lvl1pPr>
          </a:lstStyle>
          <a:p>
            <a:r>
              <a:rPr lang="en-GB" dirty="0"/>
              <a:t>Presentation title goes here</a:t>
            </a:r>
            <a:endParaRPr lang="en-US" dirty="0"/>
          </a:p>
        </p:txBody>
      </p:sp>
      <p:cxnSp>
        <p:nvCxnSpPr>
          <p:cNvPr id="5" name="Straight Connector 4"/>
          <p:cNvCxnSpPr/>
          <p:nvPr userDrawn="1"/>
        </p:nvCxnSpPr>
        <p:spPr>
          <a:xfrm>
            <a:off x="-5763" y="2465296"/>
            <a:ext cx="7261490" cy="6191"/>
          </a:xfrm>
          <a:prstGeom prst="line">
            <a:avLst/>
          </a:prstGeom>
          <a:ln w="6350" cmpd="sng">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Text Placeholder 13"/>
          <p:cNvSpPr>
            <a:spLocks noGrp="1"/>
          </p:cNvSpPr>
          <p:nvPr>
            <p:ph type="body" sz="quarter" idx="12" hasCustomPrompt="1"/>
          </p:nvPr>
        </p:nvSpPr>
        <p:spPr>
          <a:xfrm>
            <a:off x="529080" y="2565965"/>
            <a:ext cx="5775325" cy="839390"/>
          </a:xfrm>
        </p:spPr>
        <p:txBody>
          <a:bodyPr>
            <a:normAutofit/>
          </a:bodyPr>
          <a:lstStyle>
            <a:lvl1pPr algn="l">
              <a:defRPr sz="1500">
                <a:solidFill>
                  <a:srgbClr val="FFFFFF"/>
                </a:solidFill>
              </a:defRPr>
            </a:lvl1pPr>
            <a:lvl2pPr algn="ctr">
              <a:defRPr>
                <a:solidFill>
                  <a:srgbClr val="FFFFFF"/>
                </a:solidFill>
              </a:defRPr>
            </a:lvl2pPr>
            <a:lvl3pPr algn="ctr">
              <a:defRPr>
                <a:solidFill>
                  <a:srgbClr val="FFFFFF"/>
                </a:solidFill>
              </a:defRPr>
            </a:lvl3pPr>
            <a:lvl4pPr algn="ctr">
              <a:defRPr>
                <a:solidFill>
                  <a:srgbClr val="FFFFFF"/>
                </a:solidFill>
              </a:defRPr>
            </a:lvl4pPr>
            <a:lvl5pPr algn="ctr">
              <a:defRPr>
                <a:solidFill>
                  <a:srgbClr val="FFFFFF"/>
                </a:solidFill>
              </a:defRPr>
            </a:lvl5pPr>
          </a:lstStyle>
          <a:p>
            <a:pPr lvl="0"/>
            <a:r>
              <a:rPr lang="en-GB" dirty="0"/>
              <a:t>Presentation subtitle / presenter here</a:t>
            </a:r>
          </a:p>
        </p:txBody>
      </p:sp>
      <p:pic>
        <p:nvPicPr>
          <p:cNvPr id="6" name="Picture 5"/>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7026913" y="1714321"/>
            <a:ext cx="1871760" cy="757166"/>
          </a:xfrm>
          <a:prstGeom prst="rect">
            <a:avLst/>
          </a:prstGeom>
        </p:spPr>
      </p:pic>
    </p:spTree>
    <p:extLst>
      <p:ext uri="{BB962C8B-B14F-4D97-AF65-F5344CB8AC3E}">
        <p14:creationId xmlns:p14="http://schemas.microsoft.com/office/powerpoint/2010/main" val="26658393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UniOfSurrey - Standard Slide">
    <p:spTree>
      <p:nvGrpSpPr>
        <p:cNvPr id="1" name=""/>
        <p:cNvGrpSpPr/>
        <p:nvPr/>
      </p:nvGrpSpPr>
      <p:grpSpPr>
        <a:xfrm>
          <a:off x="0" y="0"/>
          <a:ext cx="0" cy="0"/>
          <a:chOff x="0" y="0"/>
          <a:chExt cx="0" cy="0"/>
        </a:xfrm>
      </p:grpSpPr>
      <p:sp>
        <p:nvSpPr>
          <p:cNvPr id="16" name="Rectangle 15"/>
          <p:cNvSpPr/>
          <p:nvPr userDrawn="1"/>
        </p:nvSpPr>
        <p:spPr>
          <a:xfrm>
            <a:off x="0" y="0"/>
            <a:ext cx="9144000" cy="654899"/>
          </a:xfrm>
          <a:prstGeom prst="rect">
            <a:avLst/>
          </a:prstGeom>
          <a:solidFill>
            <a:srgbClr val="008A85"/>
          </a:solidFill>
          <a:ln>
            <a:solidFill>
              <a:srgbClr val="008A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dirty="0">
              <a:ln>
                <a:noFill/>
              </a:ln>
              <a:effectLst/>
            </a:endParaRPr>
          </a:p>
        </p:txBody>
      </p:sp>
      <p:sp>
        <p:nvSpPr>
          <p:cNvPr id="3" name="Content Placeholder 2"/>
          <p:cNvSpPr>
            <a:spLocks noGrp="1"/>
          </p:cNvSpPr>
          <p:nvPr>
            <p:ph idx="1"/>
          </p:nvPr>
        </p:nvSpPr>
        <p:spPr>
          <a:xfrm>
            <a:off x="457200" y="1200151"/>
            <a:ext cx="8321443" cy="3394472"/>
          </a:xfrm>
          <a:prstGeom prst="rect">
            <a:avLst/>
          </a:prstGeom>
        </p:spPr>
        <p:txBody>
          <a:bodyPr>
            <a:normAutofit/>
          </a:bodyPr>
          <a:lstStyle>
            <a:lvl1pPr>
              <a:defRPr sz="1500">
                <a:solidFill>
                  <a:schemeClr val="tx1">
                    <a:lumMod val="50000"/>
                  </a:schemeClr>
                </a:solidFill>
                <a:latin typeface="Georgia" panose="02040502050405020303" pitchFamily="18" charset="0"/>
                <a:cs typeface="Arial"/>
              </a:defRPr>
            </a:lvl1pPr>
            <a:lvl2pPr>
              <a:defRPr sz="1500">
                <a:solidFill>
                  <a:srgbClr val="008A85"/>
                </a:solidFill>
                <a:latin typeface="Georgia" panose="02040502050405020303" pitchFamily="18" charset="0"/>
                <a:cs typeface="Arial"/>
              </a:defRPr>
            </a:lvl2pPr>
            <a:lvl3pPr>
              <a:defRPr sz="1350">
                <a:solidFill>
                  <a:srgbClr val="556169"/>
                </a:solidFill>
                <a:latin typeface="Georgia" panose="02040502050405020303" pitchFamily="18" charset="0"/>
                <a:cs typeface="Arial"/>
              </a:defRPr>
            </a:lvl3pPr>
            <a:lvl4pPr>
              <a:defRPr sz="1350">
                <a:solidFill>
                  <a:srgbClr val="008A85"/>
                </a:solidFill>
                <a:latin typeface="Georgia" panose="02040502050405020303" pitchFamily="18" charset="0"/>
                <a:cs typeface="Arial"/>
              </a:defRPr>
            </a:lvl4pPr>
            <a:lvl5pPr>
              <a:defRPr sz="1200">
                <a:solidFill>
                  <a:srgbClr val="556169"/>
                </a:solidFill>
                <a:latin typeface="Georgia" panose="02040502050405020303" pitchFamily="18" charset="0"/>
                <a:cs typeface="Aria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cxnSp>
        <p:nvCxnSpPr>
          <p:cNvPr id="12" name="Straight Connector 11"/>
          <p:cNvCxnSpPr/>
          <p:nvPr userDrawn="1"/>
        </p:nvCxnSpPr>
        <p:spPr>
          <a:xfrm>
            <a:off x="0" y="658502"/>
            <a:ext cx="9180000" cy="0"/>
          </a:xfrm>
          <a:prstGeom prst="line">
            <a:avLst/>
          </a:prstGeom>
          <a:ln w="6350" cmpd="sng">
            <a:solidFill>
              <a:srgbClr val="008A85"/>
            </a:solidFill>
          </a:ln>
        </p:spPr>
        <p:style>
          <a:lnRef idx="1">
            <a:schemeClr val="accent1"/>
          </a:lnRef>
          <a:fillRef idx="0">
            <a:schemeClr val="accent1"/>
          </a:fillRef>
          <a:effectRef idx="0">
            <a:schemeClr val="accent1"/>
          </a:effectRef>
          <a:fontRef idx="minor">
            <a:schemeClr val="tx1"/>
          </a:fontRef>
        </p:style>
      </p:cxnSp>
      <p:sp>
        <p:nvSpPr>
          <p:cNvPr id="13" name="Title 1"/>
          <p:cNvSpPr>
            <a:spLocks noGrp="1"/>
          </p:cNvSpPr>
          <p:nvPr>
            <p:ph type="title" hasCustomPrompt="1"/>
          </p:nvPr>
        </p:nvSpPr>
        <p:spPr>
          <a:xfrm>
            <a:off x="457201" y="317514"/>
            <a:ext cx="4507927" cy="309951"/>
          </a:xfrm>
        </p:spPr>
        <p:txBody>
          <a:bodyPr>
            <a:noAutofit/>
          </a:bodyPr>
          <a:lstStyle>
            <a:lvl1pPr>
              <a:defRPr sz="1800" b="1">
                <a:solidFill>
                  <a:schemeClr val="bg1"/>
                </a:solidFill>
              </a:defRPr>
            </a:lvl1pPr>
          </a:lstStyle>
          <a:p>
            <a:r>
              <a:rPr lang="en-GB" dirty="0"/>
              <a:t>Headline title goes here</a:t>
            </a:r>
            <a:endParaRPr lang="en-US" dirty="0"/>
          </a:p>
        </p:txBody>
      </p:sp>
      <p:pic>
        <p:nvPicPr>
          <p:cNvPr id="11" name="Picture 10"/>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7763311" y="47774"/>
            <a:ext cx="1302631" cy="526941"/>
          </a:xfrm>
          <a:prstGeom prst="rect">
            <a:avLst/>
          </a:prstGeom>
        </p:spPr>
      </p:pic>
    </p:spTree>
    <p:extLst>
      <p:ext uri="{BB962C8B-B14F-4D97-AF65-F5344CB8AC3E}">
        <p14:creationId xmlns:p14="http://schemas.microsoft.com/office/powerpoint/2010/main" val="263557502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UniOfSurrey - Standard Slide">
    <p:spTree>
      <p:nvGrpSpPr>
        <p:cNvPr id="1" name=""/>
        <p:cNvGrpSpPr/>
        <p:nvPr/>
      </p:nvGrpSpPr>
      <p:grpSpPr>
        <a:xfrm>
          <a:off x="0" y="0"/>
          <a:ext cx="0" cy="0"/>
          <a:chOff x="0" y="0"/>
          <a:chExt cx="0" cy="0"/>
        </a:xfrm>
      </p:grpSpPr>
      <p:sp>
        <p:nvSpPr>
          <p:cNvPr id="16" name="Rectangle 15"/>
          <p:cNvSpPr/>
          <p:nvPr userDrawn="1"/>
        </p:nvSpPr>
        <p:spPr>
          <a:xfrm>
            <a:off x="0" y="0"/>
            <a:ext cx="9144000" cy="654899"/>
          </a:xfrm>
          <a:prstGeom prst="rect">
            <a:avLst/>
          </a:prstGeom>
          <a:solidFill>
            <a:srgbClr val="008A85"/>
          </a:solidFill>
          <a:ln>
            <a:solidFill>
              <a:srgbClr val="008A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dirty="0">
              <a:ln>
                <a:noFill/>
              </a:ln>
              <a:effectLst/>
            </a:endParaRPr>
          </a:p>
        </p:txBody>
      </p:sp>
      <p:sp>
        <p:nvSpPr>
          <p:cNvPr id="3" name="Content Placeholder 2"/>
          <p:cNvSpPr>
            <a:spLocks noGrp="1"/>
          </p:cNvSpPr>
          <p:nvPr>
            <p:ph idx="1"/>
          </p:nvPr>
        </p:nvSpPr>
        <p:spPr>
          <a:xfrm>
            <a:off x="457200" y="1200151"/>
            <a:ext cx="8321443" cy="3394472"/>
          </a:xfrm>
          <a:prstGeom prst="rect">
            <a:avLst/>
          </a:prstGeom>
        </p:spPr>
        <p:txBody>
          <a:bodyPr>
            <a:normAutofit/>
          </a:bodyPr>
          <a:lstStyle>
            <a:lvl1pPr>
              <a:defRPr sz="1500">
                <a:solidFill>
                  <a:schemeClr val="tx1">
                    <a:lumMod val="50000"/>
                  </a:schemeClr>
                </a:solidFill>
                <a:latin typeface="Georgia" panose="02040502050405020303" pitchFamily="18" charset="0"/>
                <a:cs typeface="Arial"/>
              </a:defRPr>
            </a:lvl1pPr>
            <a:lvl2pPr>
              <a:defRPr sz="1500">
                <a:solidFill>
                  <a:srgbClr val="008A85"/>
                </a:solidFill>
                <a:latin typeface="Georgia" panose="02040502050405020303" pitchFamily="18" charset="0"/>
                <a:cs typeface="Arial"/>
              </a:defRPr>
            </a:lvl2pPr>
            <a:lvl3pPr>
              <a:defRPr sz="1350">
                <a:solidFill>
                  <a:srgbClr val="556169"/>
                </a:solidFill>
                <a:latin typeface="Georgia" panose="02040502050405020303" pitchFamily="18" charset="0"/>
                <a:cs typeface="Arial"/>
              </a:defRPr>
            </a:lvl3pPr>
            <a:lvl4pPr>
              <a:defRPr sz="1350">
                <a:solidFill>
                  <a:srgbClr val="008A85"/>
                </a:solidFill>
                <a:latin typeface="Georgia" panose="02040502050405020303" pitchFamily="18" charset="0"/>
                <a:cs typeface="Arial"/>
              </a:defRPr>
            </a:lvl4pPr>
            <a:lvl5pPr>
              <a:defRPr sz="1200">
                <a:solidFill>
                  <a:srgbClr val="556169"/>
                </a:solidFill>
                <a:latin typeface="Georgia" panose="02040502050405020303" pitchFamily="18" charset="0"/>
                <a:cs typeface="Aria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Text Placeholder 9"/>
          <p:cNvSpPr>
            <a:spLocks noGrp="1"/>
          </p:cNvSpPr>
          <p:nvPr>
            <p:ph type="body" sz="quarter" idx="13" hasCustomPrompt="1"/>
          </p:nvPr>
        </p:nvSpPr>
        <p:spPr>
          <a:xfrm>
            <a:off x="457200" y="702470"/>
            <a:ext cx="8321442" cy="288131"/>
          </a:xfrm>
          <a:prstGeom prst="rect">
            <a:avLst/>
          </a:prstGeom>
        </p:spPr>
        <p:txBody>
          <a:bodyPr>
            <a:normAutofit/>
          </a:bodyPr>
          <a:lstStyle>
            <a:lvl1pPr marL="0" indent="0">
              <a:buNone/>
              <a:defRPr sz="1350" baseline="0">
                <a:solidFill>
                  <a:srgbClr val="4A4A49"/>
                </a:solidFill>
                <a:latin typeface="Georgia"/>
                <a:cs typeface="Georgia"/>
              </a:defRPr>
            </a:lvl1pPr>
          </a:lstStyle>
          <a:p>
            <a:pPr lvl="0"/>
            <a:r>
              <a:rPr lang="en-US" dirty="0"/>
              <a:t>Sub line / Content Title goes here</a:t>
            </a:r>
          </a:p>
        </p:txBody>
      </p:sp>
      <p:cxnSp>
        <p:nvCxnSpPr>
          <p:cNvPr id="12" name="Straight Connector 11"/>
          <p:cNvCxnSpPr/>
          <p:nvPr userDrawn="1"/>
        </p:nvCxnSpPr>
        <p:spPr>
          <a:xfrm>
            <a:off x="0" y="658502"/>
            <a:ext cx="9180000" cy="0"/>
          </a:xfrm>
          <a:prstGeom prst="line">
            <a:avLst/>
          </a:prstGeom>
          <a:ln w="6350" cmpd="sng">
            <a:solidFill>
              <a:srgbClr val="008A85"/>
            </a:solidFill>
          </a:ln>
        </p:spPr>
        <p:style>
          <a:lnRef idx="1">
            <a:schemeClr val="accent1"/>
          </a:lnRef>
          <a:fillRef idx="0">
            <a:schemeClr val="accent1"/>
          </a:fillRef>
          <a:effectRef idx="0">
            <a:schemeClr val="accent1"/>
          </a:effectRef>
          <a:fontRef idx="minor">
            <a:schemeClr val="tx1"/>
          </a:fontRef>
        </p:style>
      </p:cxnSp>
      <p:sp>
        <p:nvSpPr>
          <p:cNvPr id="13" name="Title 1"/>
          <p:cNvSpPr>
            <a:spLocks noGrp="1"/>
          </p:cNvSpPr>
          <p:nvPr>
            <p:ph type="title" hasCustomPrompt="1"/>
          </p:nvPr>
        </p:nvSpPr>
        <p:spPr>
          <a:xfrm>
            <a:off x="457201" y="317514"/>
            <a:ext cx="4507927" cy="309951"/>
          </a:xfrm>
        </p:spPr>
        <p:txBody>
          <a:bodyPr>
            <a:noAutofit/>
          </a:bodyPr>
          <a:lstStyle>
            <a:lvl1pPr>
              <a:defRPr sz="1800" b="1">
                <a:solidFill>
                  <a:schemeClr val="bg1"/>
                </a:solidFill>
              </a:defRPr>
            </a:lvl1pPr>
          </a:lstStyle>
          <a:p>
            <a:r>
              <a:rPr lang="en-GB" dirty="0"/>
              <a:t>Headline title goes here</a:t>
            </a:r>
            <a:endParaRPr lang="en-US" dirty="0"/>
          </a:p>
        </p:txBody>
      </p:sp>
      <p:pic>
        <p:nvPicPr>
          <p:cNvPr id="11" name="Picture 10"/>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7763311" y="47774"/>
            <a:ext cx="1302631" cy="526941"/>
          </a:xfrm>
          <a:prstGeom prst="rect">
            <a:avLst/>
          </a:prstGeom>
        </p:spPr>
      </p:pic>
    </p:spTree>
    <p:extLst>
      <p:ext uri="{BB962C8B-B14F-4D97-AF65-F5344CB8AC3E}">
        <p14:creationId xmlns:p14="http://schemas.microsoft.com/office/powerpoint/2010/main" val="428290441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UniOfSurrey - Standard Slide">
    <p:spTree>
      <p:nvGrpSpPr>
        <p:cNvPr id="1" name=""/>
        <p:cNvGrpSpPr/>
        <p:nvPr/>
      </p:nvGrpSpPr>
      <p:grpSpPr>
        <a:xfrm>
          <a:off x="0" y="0"/>
          <a:ext cx="0" cy="0"/>
          <a:chOff x="0" y="0"/>
          <a:chExt cx="0" cy="0"/>
        </a:xfrm>
      </p:grpSpPr>
      <p:sp>
        <p:nvSpPr>
          <p:cNvPr id="16" name="Rectangle 15"/>
          <p:cNvSpPr/>
          <p:nvPr userDrawn="1"/>
        </p:nvSpPr>
        <p:spPr>
          <a:xfrm>
            <a:off x="0" y="0"/>
            <a:ext cx="9144000" cy="654899"/>
          </a:xfrm>
          <a:prstGeom prst="rect">
            <a:avLst/>
          </a:prstGeom>
          <a:solidFill>
            <a:srgbClr val="008A85"/>
          </a:solidFill>
          <a:ln>
            <a:solidFill>
              <a:srgbClr val="008A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dirty="0">
              <a:ln>
                <a:noFill/>
              </a:ln>
              <a:effectLst/>
            </a:endParaRPr>
          </a:p>
        </p:txBody>
      </p:sp>
      <p:sp>
        <p:nvSpPr>
          <p:cNvPr id="10" name="Text Placeholder 9"/>
          <p:cNvSpPr>
            <a:spLocks noGrp="1"/>
          </p:cNvSpPr>
          <p:nvPr>
            <p:ph type="body" sz="quarter" idx="13" hasCustomPrompt="1"/>
          </p:nvPr>
        </p:nvSpPr>
        <p:spPr>
          <a:xfrm>
            <a:off x="457200" y="702470"/>
            <a:ext cx="8321442" cy="288131"/>
          </a:xfrm>
          <a:prstGeom prst="rect">
            <a:avLst/>
          </a:prstGeom>
        </p:spPr>
        <p:txBody>
          <a:bodyPr>
            <a:normAutofit/>
          </a:bodyPr>
          <a:lstStyle>
            <a:lvl1pPr marL="0" indent="0">
              <a:buNone/>
              <a:defRPr sz="1350" baseline="0">
                <a:solidFill>
                  <a:srgbClr val="4A4A49"/>
                </a:solidFill>
                <a:latin typeface="Georgia"/>
                <a:cs typeface="Georgia"/>
              </a:defRPr>
            </a:lvl1pPr>
          </a:lstStyle>
          <a:p>
            <a:pPr lvl="0"/>
            <a:r>
              <a:rPr lang="en-US" dirty="0"/>
              <a:t>Sub line / Content Title goes here</a:t>
            </a:r>
          </a:p>
        </p:txBody>
      </p:sp>
      <p:cxnSp>
        <p:nvCxnSpPr>
          <p:cNvPr id="12" name="Straight Connector 11"/>
          <p:cNvCxnSpPr/>
          <p:nvPr userDrawn="1"/>
        </p:nvCxnSpPr>
        <p:spPr>
          <a:xfrm>
            <a:off x="0" y="658502"/>
            <a:ext cx="9180000" cy="0"/>
          </a:xfrm>
          <a:prstGeom prst="line">
            <a:avLst/>
          </a:prstGeom>
          <a:ln w="6350" cmpd="sng">
            <a:solidFill>
              <a:srgbClr val="008A85"/>
            </a:solidFill>
          </a:ln>
        </p:spPr>
        <p:style>
          <a:lnRef idx="1">
            <a:schemeClr val="accent1"/>
          </a:lnRef>
          <a:fillRef idx="0">
            <a:schemeClr val="accent1"/>
          </a:fillRef>
          <a:effectRef idx="0">
            <a:schemeClr val="accent1"/>
          </a:effectRef>
          <a:fontRef idx="minor">
            <a:schemeClr val="tx1"/>
          </a:fontRef>
        </p:style>
      </p:cxnSp>
      <p:sp>
        <p:nvSpPr>
          <p:cNvPr id="13" name="Title 1"/>
          <p:cNvSpPr>
            <a:spLocks noGrp="1"/>
          </p:cNvSpPr>
          <p:nvPr>
            <p:ph type="title" hasCustomPrompt="1"/>
          </p:nvPr>
        </p:nvSpPr>
        <p:spPr>
          <a:xfrm>
            <a:off x="457201" y="317514"/>
            <a:ext cx="4507927" cy="309951"/>
          </a:xfrm>
        </p:spPr>
        <p:txBody>
          <a:bodyPr>
            <a:noAutofit/>
          </a:bodyPr>
          <a:lstStyle>
            <a:lvl1pPr>
              <a:defRPr sz="1800" b="1">
                <a:solidFill>
                  <a:schemeClr val="bg1"/>
                </a:solidFill>
              </a:defRPr>
            </a:lvl1pPr>
          </a:lstStyle>
          <a:p>
            <a:r>
              <a:rPr lang="en-GB" dirty="0"/>
              <a:t>Headline title goes here</a:t>
            </a:r>
            <a:endParaRPr lang="en-US" dirty="0"/>
          </a:p>
        </p:txBody>
      </p:sp>
      <p:pic>
        <p:nvPicPr>
          <p:cNvPr id="11" name="Picture 10"/>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7763311" y="47774"/>
            <a:ext cx="1302631" cy="526941"/>
          </a:xfrm>
          <a:prstGeom prst="rect">
            <a:avLst/>
          </a:prstGeom>
        </p:spPr>
      </p:pic>
    </p:spTree>
    <p:extLst>
      <p:ext uri="{BB962C8B-B14F-4D97-AF65-F5344CB8AC3E}">
        <p14:creationId xmlns:p14="http://schemas.microsoft.com/office/powerpoint/2010/main" val="195986094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UniOfSurrey - Blue Slide Clear">
    <p:spTree>
      <p:nvGrpSpPr>
        <p:cNvPr id="1" name=""/>
        <p:cNvGrpSpPr/>
        <p:nvPr/>
      </p:nvGrpSpPr>
      <p:grpSpPr>
        <a:xfrm>
          <a:off x="0" y="0"/>
          <a:ext cx="0" cy="0"/>
          <a:chOff x="0" y="0"/>
          <a:chExt cx="0" cy="0"/>
        </a:xfrm>
      </p:grpSpPr>
      <p:sp>
        <p:nvSpPr>
          <p:cNvPr id="16" name="Rectangle 15"/>
          <p:cNvSpPr/>
          <p:nvPr userDrawn="1"/>
        </p:nvSpPr>
        <p:spPr>
          <a:xfrm>
            <a:off x="0" y="0"/>
            <a:ext cx="9144000" cy="654899"/>
          </a:xfrm>
          <a:prstGeom prst="rect">
            <a:avLst/>
          </a:prstGeom>
          <a:solidFill>
            <a:srgbClr val="008A85"/>
          </a:solidFill>
          <a:ln>
            <a:solidFill>
              <a:srgbClr val="008A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dirty="0">
              <a:ln>
                <a:noFill/>
              </a:ln>
              <a:effectLst/>
            </a:endParaRPr>
          </a:p>
        </p:txBody>
      </p:sp>
      <p:sp>
        <p:nvSpPr>
          <p:cNvPr id="10" name="Text Placeholder 9"/>
          <p:cNvSpPr>
            <a:spLocks noGrp="1"/>
          </p:cNvSpPr>
          <p:nvPr>
            <p:ph type="body" sz="quarter" idx="13" hasCustomPrompt="1"/>
          </p:nvPr>
        </p:nvSpPr>
        <p:spPr>
          <a:xfrm>
            <a:off x="457200" y="702470"/>
            <a:ext cx="8321442" cy="288131"/>
          </a:xfrm>
          <a:prstGeom prst="rect">
            <a:avLst/>
          </a:prstGeom>
        </p:spPr>
        <p:txBody>
          <a:bodyPr>
            <a:normAutofit/>
          </a:bodyPr>
          <a:lstStyle>
            <a:lvl1pPr marL="0" indent="0">
              <a:buNone/>
              <a:defRPr sz="1200" baseline="0">
                <a:solidFill>
                  <a:srgbClr val="4A4A49"/>
                </a:solidFill>
                <a:latin typeface="Georgia"/>
                <a:cs typeface="Georgia"/>
              </a:defRPr>
            </a:lvl1pPr>
          </a:lstStyle>
          <a:p>
            <a:pPr lvl="0"/>
            <a:r>
              <a:rPr lang="en-US" dirty="0"/>
              <a:t>Sub line / Content Title goes here</a:t>
            </a:r>
          </a:p>
        </p:txBody>
      </p:sp>
      <p:cxnSp>
        <p:nvCxnSpPr>
          <p:cNvPr id="12" name="Straight Connector 11"/>
          <p:cNvCxnSpPr/>
          <p:nvPr userDrawn="1"/>
        </p:nvCxnSpPr>
        <p:spPr>
          <a:xfrm>
            <a:off x="0" y="658502"/>
            <a:ext cx="9180000" cy="0"/>
          </a:xfrm>
          <a:prstGeom prst="line">
            <a:avLst/>
          </a:prstGeom>
          <a:ln w="6350" cmpd="sng">
            <a:solidFill>
              <a:srgbClr val="008A85"/>
            </a:solidFill>
          </a:ln>
        </p:spPr>
        <p:style>
          <a:lnRef idx="1">
            <a:schemeClr val="accent1"/>
          </a:lnRef>
          <a:fillRef idx="0">
            <a:schemeClr val="accent1"/>
          </a:fillRef>
          <a:effectRef idx="0">
            <a:schemeClr val="accent1"/>
          </a:effectRef>
          <a:fontRef idx="minor">
            <a:schemeClr val="tx1"/>
          </a:fontRef>
        </p:style>
      </p:cxnSp>
      <p:sp>
        <p:nvSpPr>
          <p:cNvPr id="13" name="Title 1"/>
          <p:cNvSpPr>
            <a:spLocks noGrp="1"/>
          </p:cNvSpPr>
          <p:nvPr>
            <p:ph type="title" hasCustomPrompt="1"/>
          </p:nvPr>
        </p:nvSpPr>
        <p:spPr>
          <a:xfrm>
            <a:off x="457201" y="317514"/>
            <a:ext cx="4507927" cy="309951"/>
          </a:xfrm>
        </p:spPr>
        <p:txBody>
          <a:bodyPr>
            <a:noAutofit/>
          </a:bodyPr>
          <a:lstStyle>
            <a:lvl1pPr>
              <a:defRPr sz="1800" b="1">
                <a:solidFill>
                  <a:schemeClr val="bg1"/>
                </a:solidFill>
              </a:defRPr>
            </a:lvl1pPr>
          </a:lstStyle>
          <a:p>
            <a:r>
              <a:rPr lang="en-GB" dirty="0"/>
              <a:t>Headline title goes here</a:t>
            </a:r>
            <a:endParaRPr lang="en-US" dirty="0"/>
          </a:p>
        </p:txBody>
      </p:sp>
      <p:pic>
        <p:nvPicPr>
          <p:cNvPr id="9" name="Picture 8"/>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7763311" y="47774"/>
            <a:ext cx="1302631" cy="526941"/>
          </a:xfrm>
          <a:prstGeom prst="rect">
            <a:avLst/>
          </a:prstGeom>
        </p:spPr>
      </p:pic>
      <p:sp>
        <p:nvSpPr>
          <p:cNvPr id="7" name="Content Placeholder 2"/>
          <p:cNvSpPr>
            <a:spLocks noGrp="1"/>
          </p:cNvSpPr>
          <p:nvPr>
            <p:ph idx="1"/>
          </p:nvPr>
        </p:nvSpPr>
        <p:spPr>
          <a:xfrm>
            <a:off x="457200" y="1200151"/>
            <a:ext cx="4042792" cy="3423827"/>
          </a:xfrm>
          <a:prstGeom prst="rect">
            <a:avLst/>
          </a:prstGeom>
        </p:spPr>
        <p:txBody>
          <a:bodyPr>
            <a:normAutofit/>
          </a:bodyPr>
          <a:lstStyle>
            <a:lvl1pPr>
              <a:defRPr sz="1500">
                <a:solidFill>
                  <a:schemeClr val="tx1">
                    <a:lumMod val="50000"/>
                  </a:schemeClr>
                </a:solidFill>
                <a:latin typeface="Georgia" panose="02040502050405020303" pitchFamily="18" charset="0"/>
                <a:cs typeface="Arial"/>
              </a:defRPr>
            </a:lvl1pPr>
            <a:lvl2pPr>
              <a:defRPr sz="1500">
                <a:solidFill>
                  <a:srgbClr val="008A85"/>
                </a:solidFill>
                <a:latin typeface="Georgia" panose="02040502050405020303" pitchFamily="18" charset="0"/>
                <a:cs typeface="Arial"/>
              </a:defRPr>
            </a:lvl2pPr>
            <a:lvl3pPr>
              <a:defRPr sz="1350">
                <a:solidFill>
                  <a:srgbClr val="556169"/>
                </a:solidFill>
                <a:latin typeface="Georgia" panose="02040502050405020303" pitchFamily="18" charset="0"/>
                <a:cs typeface="Arial"/>
              </a:defRPr>
            </a:lvl3pPr>
            <a:lvl4pPr>
              <a:defRPr sz="1350">
                <a:solidFill>
                  <a:srgbClr val="008A85"/>
                </a:solidFill>
                <a:latin typeface="Georgia" panose="02040502050405020303" pitchFamily="18" charset="0"/>
                <a:cs typeface="Arial"/>
              </a:defRPr>
            </a:lvl4pPr>
            <a:lvl5pPr>
              <a:defRPr sz="1350">
                <a:solidFill>
                  <a:srgbClr val="556169"/>
                </a:solidFill>
                <a:latin typeface="Georgia" panose="02040502050405020303" pitchFamily="18" charset="0"/>
                <a:cs typeface="Aria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1" name="Content Placeholder 2"/>
          <p:cNvSpPr>
            <a:spLocks noGrp="1"/>
          </p:cNvSpPr>
          <p:nvPr>
            <p:ph idx="14"/>
          </p:nvPr>
        </p:nvSpPr>
        <p:spPr>
          <a:xfrm>
            <a:off x="4777680" y="1221601"/>
            <a:ext cx="4042792" cy="3423827"/>
          </a:xfrm>
          <a:prstGeom prst="rect">
            <a:avLst/>
          </a:prstGeom>
        </p:spPr>
        <p:txBody>
          <a:bodyPr>
            <a:normAutofit/>
          </a:bodyPr>
          <a:lstStyle>
            <a:lvl1pPr>
              <a:defRPr sz="1500">
                <a:solidFill>
                  <a:schemeClr val="tx1">
                    <a:lumMod val="50000"/>
                  </a:schemeClr>
                </a:solidFill>
                <a:latin typeface="Georgia" panose="02040502050405020303" pitchFamily="18" charset="0"/>
                <a:cs typeface="Arial"/>
              </a:defRPr>
            </a:lvl1pPr>
            <a:lvl2pPr>
              <a:defRPr sz="1500">
                <a:solidFill>
                  <a:srgbClr val="008A85"/>
                </a:solidFill>
                <a:latin typeface="Georgia" panose="02040502050405020303" pitchFamily="18" charset="0"/>
                <a:cs typeface="Arial"/>
              </a:defRPr>
            </a:lvl2pPr>
            <a:lvl3pPr>
              <a:defRPr sz="1350">
                <a:solidFill>
                  <a:srgbClr val="556169"/>
                </a:solidFill>
                <a:latin typeface="Georgia" panose="02040502050405020303" pitchFamily="18" charset="0"/>
                <a:cs typeface="Arial"/>
              </a:defRPr>
            </a:lvl3pPr>
            <a:lvl4pPr>
              <a:defRPr sz="1350">
                <a:solidFill>
                  <a:srgbClr val="008A85"/>
                </a:solidFill>
                <a:latin typeface="Georgia" panose="02040502050405020303" pitchFamily="18" charset="0"/>
                <a:cs typeface="Arial"/>
              </a:defRPr>
            </a:lvl4pPr>
            <a:lvl5pPr>
              <a:defRPr sz="1350">
                <a:solidFill>
                  <a:srgbClr val="556169"/>
                </a:solidFill>
                <a:latin typeface="Georgia" panose="02040502050405020303" pitchFamily="18" charset="0"/>
                <a:cs typeface="Aria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53755579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UniOfSurrey - Standard Slide with Image Righ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1" y="1200151"/>
            <a:ext cx="4507928" cy="3394472"/>
          </a:xfrm>
          <a:prstGeom prst="rect">
            <a:avLst/>
          </a:prstGeom>
        </p:spPr>
        <p:txBody>
          <a:bodyPr>
            <a:normAutofit/>
          </a:bodyPr>
          <a:lstStyle>
            <a:lvl1pPr>
              <a:defRPr sz="1350">
                <a:solidFill>
                  <a:schemeClr val="tx1">
                    <a:lumMod val="50000"/>
                  </a:schemeClr>
                </a:solidFill>
                <a:latin typeface="Arial"/>
                <a:cs typeface="Arial"/>
              </a:defRPr>
            </a:lvl1pPr>
            <a:lvl2pPr>
              <a:defRPr sz="1350">
                <a:solidFill>
                  <a:srgbClr val="008A85"/>
                </a:solidFill>
                <a:latin typeface="Arial"/>
                <a:cs typeface="Arial"/>
              </a:defRPr>
            </a:lvl2pPr>
            <a:lvl3pPr>
              <a:defRPr sz="1350">
                <a:solidFill>
                  <a:srgbClr val="556169"/>
                </a:solidFill>
                <a:latin typeface="Arial"/>
                <a:cs typeface="Arial"/>
              </a:defRPr>
            </a:lvl3pPr>
            <a:lvl4pPr>
              <a:defRPr sz="1350">
                <a:solidFill>
                  <a:srgbClr val="008A85"/>
                </a:solidFill>
                <a:latin typeface="Arial"/>
                <a:cs typeface="Arial"/>
              </a:defRPr>
            </a:lvl4pPr>
            <a:lvl5pPr>
              <a:defRPr sz="1350">
                <a:solidFill>
                  <a:srgbClr val="556169"/>
                </a:solidFill>
                <a:latin typeface="Arial"/>
                <a:cs typeface="Aria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Text Placeholder 9"/>
          <p:cNvSpPr>
            <a:spLocks noGrp="1"/>
          </p:cNvSpPr>
          <p:nvPr>
            <p:ph type="body" sz="quarter" idx="13" hasCustomPrompt="1"/>
          </p:nvPr>
        </p:nvSpPr>
        <p:spPr>
          <a:xfrm>
            <a:off x="457200" y="702470"/>
            <a:ext cx="8321442" cy="288131"/>
          </a:xfrm>
          <a:prstGeom prst="rect">
            <a:avLst/>
          </a:prstGeom>
        </p:spPr>
        <p:txBody>
          <a:bodyPr>
            <a:normAutofit/>
          </a:bodyPr>
          <a:lstStyle>
            <a:lvl1pPr marL="0" indent="0">
              <a:buNone/>
              <a:defRPr sz="1200" baseline="0">
                <a:solidFill>
                  <a:srgbClr val="556169"/>
                </a:solidFill>
                <a:latin typeface="Georgia"/>
                <a:cs typeface="Georgia"/>
              </a:defRPr>
            </a:lvl1pPr>
          </a:lstStyle>
          <a:p>
            <a:pPr lvl="0"/>
            <a:r>
              <a:rPr lang="en-US" dirty="0"/>
              <a:t>Sub line / Content Title goes here</a:t>
            </a:r>
          </a:p>
        </p:txBody>
      </p:sp>
      <p:cxnSp>
        <p:nvCxnSpPr>
          <p:cNvPr id="12" name="Straight Connector 11"/>
          <p:cNvCxnSpPr/>
          <p:nvPr userDrawn="1"/>
        </p:nvCxnSpPr>
        <p:spPr>
          <a:xfrm>
            <a:off x="0" y="658502"/>
            <a:ext cx="9180000" cy="0"/>
          </a:xfrm>
          <a:prstGeom prst="line">
            <a:avLst/>
          </a:prstGeom>
          <a:ln w="6350" cmpd="sng">
            <a:solidFill>
              <a:srgbClr val="008A85"/>
            </a:solidFill>
          </a:ln>
        </p:spPr>
        <p:style>
          <a:lnRef idx="1">
            <a:schemeClr val="accent1"/>
          </a:lnRef>
          <a:fillRef idx="0">
            <a:schemeClr val="accent1"/>
          </a:fillRef>
          <a:effectRef idx="0">
            <a:schemeClr val="accent1"/>
          </a:effectRef>
          <a:fontRef idx="minor">
            <a:schemeClr val="tx1"/>
          </a:fontRef>
        </p:style>
      </p:cxnSp>
      <p:sp>
        <p:nvSpPr>
          <p:cNvPr id="7" name="Picture Placeholder 6"/>
          <p:cNvSpPr>
            <a:spLocks noGrp="1"/>
          </p:cNvSpPr>
          <p:nvPr>
            <p:ph type="pic" sz="quarter" idx="14" hasCustomPrompt="1"/>
          </p:nvPr>
        </p:nvSpPr>
        <p:spPr>
          <a:xfrm>
            <a:off x="5119689" y="1200151"/>
            <a:ext cx="3683000" cy="3394472"/>
          </a:xfrm>
        </p:spPr>
        <p:txBody>
          <a:bodyPr>
            <a:normAutofit/>
          </a:bodyPr>
          <a:lstStyle>
            <a:lvl1pPr>
              <a:defRPr sz="1500"/>
            </a:lvl1pPr>
          </a:lstStyle>
          <a:p>
            <a:r>
              <a:rPr lang="en-US" dirty="0"/>
              <a:t>Drop picture here</a:t>
            </a:r>
          </a:p>
        </p:txBody>
      </p:sp>
      <p:sp>
        <p:nvSpPr>
          <p:cNvPr id="14" name="Rectangle 13"/>
          <p:cNvSpPr/>
          <p:nvPr userDrawn="1"/>
        </p:nvSpPr>
        <p:spPr>
          <a:xfrm>
            <a:off x="0" y="0"/>
            <a:ext cx="9144000" cy="654899"/>
          </a:xfrm>
          <a:prstGeom prst="rect">
            <a:avLst/>
          </a:prstGeom>
          <a:solidFill>
            <a:srgbClr val="008A85"/>
          </a:solidFill>
          <a:ln>
            <a:solidFill>
              <a:srgbClr val="008A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dirty="0">
              <a:ln>
                <a:noFill/>
              </a:ln>
              <a:effectLst/>
            </a:endParaRPr>
          </a:p>
        </p:txBody>
      </p:sp>
      <p:sp>
        <p:nvSpPr>
          <p:cNvPr id="15" name="Title 1"/>
          <p:cNvSpPr>
            <a:spLocks noGrp="1"/>
          </p:cNvSpPr>
          <p:nvPr>
            <p:ph type="title" hasCustomPrompt="1"/>
          </p:nvPr>
        </p:nvSpPr>
        <p:spPr>
          <a:xfrm>
            <a:off x="457201" y="317514"/>
            <a:ext cx="4507927" cy="309951"/>
          </a:xfrm>
        </p:spPr>
        <p:txBody>
          <a:bodyPr>
            <a:noAutofit/>
          </a:bodyPr>
          <a:lstStyle>
            <a:lvl1pPr>
              <a:defRPr sz="1800" b="1">
                <a:solidFill>
                  <a:schemeClr val="bg1"/>
                </a:solidFill>
              </a:defRPr>
            </a:lvl1pPr>
          </a:lstStyle>
          <a:p>
            <a:r>
              <a:rPr lang="en-GB" dirty="0"/>
              <a:t>Headline title goes here</a:t>
            </a:r>
            <a:endParaRPr lang="en-US" dirty="0"/>
          </a:p>
        </p:txBody>
      </p:sp>
      <p:pic>
        <p:nvPicPr>
          <p:cNvPr id="13" name="Picture 12"/>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7763311" y="47774"/>
            <a:ext cx="1302631" cy="526941"/>
          </a:xfrm>
          <a:prstGeom prst="rect">
            <a:avLst/>
          </a:prstGeom>
        </p:spPr>
      </p:pic>
    </p:spTree>
    <p:extLst>
      <p:ext uri="{BB962C8B-B14F-4D97-AF65-F5344CB8AC3E}">
        <p14:creationId xmlns:p14="http://schemas.microsoft.com/office/powerpoint/2010/main" val="300656580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_UniOfSurrey - Standard Slide with 3 Image Righ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1" y="1200151"/>
            <a:ext cx="4507928" cy="3394472"/>
          </a:xfrm>
          <a:prstGeom prst="rect">
            <a:avLst/>
          </a:prstGeom>
        </p:spPr>
        <p:txBody>
          <a:bodyPr>
            <a:normAutofit/>
          </a:bodyPr>
          <a:lstStyle>
            <a:lvl1pPr>
              <a:defRPr sz="1350">
                <a:solidFill>
                  <a:schemeClr val="tx1">
                    <a:lumMod val="50000"/>
                  </a:schemeClr>
                </a:solidFill>
                <a:latin typeface="Arial"/>
                <a:cs typeface="Arial"/>
              </a:defRPr>
            </a:lvl1pPr>
            <a:lvl2pPr>
              <a:defRPr sz="1350">
                <a:solidFill>
                  <a:srgbClr val="008A85"/>
                </a:solidFill>
                <a:latin typeface="Arial"/>
                <a:cs typeface="Arial"/>
              </a:defRPr>
            </a:lvl2pPr>
            <a:lvl3pPr>
              <a:defRPr sz="1350">
                <a:solidFill>
                  <a:srgbClr val="556169"/>
                </a:solidFill>
                <a:latin typeface="Arial"/>
                <a:cs typeface="Arial"/>
              </a:defRPr>
            </a:lvl3pPr>
            <a:lvl4pPr>
              <a:defRPr sz="1350">
                <a:solidFill>
                  <a:srgbClr val="008A85"/>
                </a:solidFill>
                <a:latin typeface="Arial"/>
                <a:cs typeface="Arial"/>
              </a:defRPr>
            </a:lvl4pPr>
            <a:lvl5pPr>
              <a:defRPr sz="1350">
                <a:solidFill>
                  <a:srgbClr val="556169"/>
                </a:solidFill>
                <a:latin typeface="Arial"/>
                <a:cs typeface="Aria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Text Placeholder 9"/>
          <p:cNvSpPr>
            <a:spLocks noGrp="1"/>
          </p:cNvSpPr>
          <p:nvPr>
            <p:ph type="body" sz="quarter" idx="13" hasCustomPrompt="1"/>
          </p:nvPr>
        </p:nvSpPr>
        <p:spPr>
          <a:xfrm>
            <a:off x="457200" y="702470"/>
            <a:ext cx="8321442" cy="288131"/>
          </a:xfrm>
          <a:prstGeom prst="rect">
            <a:avLst/>
          </a:prstGeom>
        </p:spPr>
        <p:txBody>
          <a:bodyPr>
            <a:normAutofit/>
          </a:bodyPr>
          <a:lstStyle>
            <a:lvl1pPr marL="0" indent="0">
              <a:buNone/>
              <a:defRPr sz="1200" baseline="0">
                <a:solidFill>
                  <a:srgbClr val="556169"/>
                </a:solidFill>
                <a:latin typeface="Georgia"/>
                <a:cs typeface="Georgia"/>
              </a:defRPr>
            </a:lvl1pPr>
          </a:lstStyle>
          <a:p>
            <a:pPr lvl="0"/>
            <a:r>
              <a:rPr lang="en-US" dirty="0"/>
              <a:t>Sub line / Content Title goes here</a:t>
            </a:r>
          </a:p>
        </p:txBody>
      </p:sp>
      <p:cxnSp>
        <p:nvCxnSpPr>
          <p:cNvPr id="12" name="Straight Connector 11"/>
          <p:cNvCxnSpPr/>
          <p:nvPr userDrawn="1"/>
        </p:nvCxnSpPr>
        <p:spPr>
          <a:xfrm>
            <a:off x="0" y="658502"/>
            <a:ext cx="9180000" cy="0"/>
          </a:xfrm>
          <a:prstGeom prst="line">
            <a:avLst/>
          </a:prstGeom>
          <a:ln w="6350" cmpd="sng">
            <a:solidFill>
              <a:srgbClr val="008A85"/>
            </a:solidFill>
          </a:ln>
        </p:spPr>
        <p:style>
          <a:lnRef idx="1">
            <a:schemeClr val="accent1"/>
          </a:lnRef>
          <a:fillRef idx="0">
            <a:schemeClr val="accent1"/>
          </a:fillRef>
          <a:effectRef idx="0">
            <a:schemeClr val="accent1"/>
          </a:effectRef>
          <a:fontRef idx="minor">
            <a:schemeClr val="tx1"/>
          </a:fontRef>
        </p:style>
      </p:cxnSp>
      <p:sp>
        <p:nvSpPr>
          <p:cNvPr id="7" name="Picture Placeholder 6"/>
          <p:cNvSpPr>
            <a:spLocks noGrp="1"/>
          </p:cNvSpPr>
          <p:nvPr>
            <p:ph type="pic" sz="quarter" idx="14" hasCustomPrompt="1"/>
          </p:nvPr>
        </p:nvSpPr>
        <p:spPr>
          <a:xfrm>
            <a:off x="5119689" y="1200151"/>
            <a:ext cx="1229962" cy="1143389"/>
          </a:xfrm>
        </p:spPr>
        <p:txBody>
          <a:bodyPr>
            <a:normAutofit/>
          </a:bodyPr>
          <a:lstStyle>
            <a:lvl1pPr>
              <a:defRPr sz="750" baseline="0"/>
            </a:lvl1pPr>
          </a:lstStyle>
          <a:p>
            <a:r>
              <a:rPr lang="en-US" dirty="0"/>
              <a:t>Drop picture 1 here.</a:t>
            </a:r>
          </a:p>
        </p:txBody>
      </p:sp>
      <p:sp>
        <p:nvSpPr>
          <p:cNvPr id="14" name="Picture Placeholder 6"/>
          <p:cNvSpPr>
            <a:spLocks noGrp="1"/>
          </p:cNvSpPr>
          <p:nvPr>
            <p:ph type="pic" sz="quarter" idx="15" hasCustomPrompt="1"/>
          </p:nvPr>
        </p:nvSpPr>
        <p:spPr>
          <a:xfrm>
            <a:off x="6502050" y="1200150"/>
            <a:ext cx="2276592" cy="1143389"/>
          </a:xfrm>
        </p:spPr>
        <p:txBody>
          <a:bodyPr>
            <a:normAutofit/>
          </a:bodyPr>
          <a:lstStyle>
            <a:lvl1pPr>
              <a:defRPr sz="750"/>
            </a:lvl1pPr>
          </a:lstStyle>
          <a:p>
            <a:r>
              <a:rPr lang="en-US" dirty="0"/>
              <a:t>Drop picture 2 here.</a:t>
            </a:r>
          </a:p>
        </p:txBody>
      </p:sp>
      <p:sp>
        <p:nvSpPr>
          <p:cNvPr id="15" name="Picture Placeholder 6"/>
          <p:cNvSpPr>
            <a:spLocks noGrp="1"/>
          </p:cNvSpPr>
          <p:nvPr>
            <p:ph type="pic" sz="quarter" idx="16" hasCustomPrompt="1"/>
          </p:nvPr>
        </p:nvSpPr>
        <p:spPr>
          <a:xfrm>
            <a:off x="5119689" y="2457839"/>
            <a:ext cx="3658954" cy="2136784"/>
          </a:xfrm>
        </p:spPr>
        <p:txBody>
          <a:bodyPr>
            <a:normAutofit/>
          </a:bodyPr>
          <a:lstStyle>
            <a:lvl1pPr>
              <a:defRPr sz="750" baseline="0"/>
            </a:lvl1pPr>
          </a:lstStyle>
          <a:p>
            <a:r>
              <a:rPr lang="en-US" dirty="0"/>
              <a:t>Drop picture 3 here.</a:t>
            </a:r>
          </a:p>
        </p:txBody>
      </p:sp>
      <p:sp>
        <p:nvSpPr>
          <p:cNvPr id="16" name="Rectangle 15"/>
          <p:cNvSpPr/>
          <p:nvPr userDrawn="1"/>
        </p:nvSpPr>
        <p:spPr>
          <a:xfrm>
            <a:off x="0" y="0"/>
            <a:ext cx="9144000" cy="654899"/>
          </a:xfrm>
          <a:prstGeom prst="rect">
            <a:avLst/>
          </a:prstGeom>
          <a:solidFill>
            <a:srgbClr val="008A85"/>
          </a:solidFill>
          <a:ln>
            <a:solidFill>
              <a:srgbClr val="008A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dirty="0">
              <a:ln>
                <a:noFill/>
              </a:ln>
              <a:effectLst/>
            </a:endParaRPr>
          </a:p>
        </p:txBody>
      </p:sp>
      <p:sp>
        <p:nvSpPr>
          <p:cNvPr id="17" name="Title 1"/>
          <p:cNvSpPr>
            <a:spLocks noGrp="1"/>
          </p:cNvSpPr>
          <p:nvPr>
            <p:ph type="title" hasCustomPrompt="1"/>
          </p:nvPr>
        </p:nvSpPr>
        <p:spPr>
          <a:xfrm>
            <a:off x="457201" y="317514"/>
            <a:ext cx="4507927" cy="309951"/>
          </a:xfrm>
        </p:spPr>
        <p:txBody>
          <a:bodyPr>
            <a:noAutofit/>
          </a:bodyPr>
          <a:lstStyle>
            <a:lvl1pPr>
              <a:defRPr sz="1800">
                <a:solidFill>
                  <a:schemeClr val="bg1"/>
                </a:solidFill>
              </a:defRPr>
            </a:lvl1pPr>
          </a:lstStyle>
          <a:p>
            <a:r>
              <a:rPr lang="en-GB" dirty="0"/>
              <a:t>Headline title goes here</a:t>
            </a:r>
            <a:endParaRPr lang="en-US" dirty="0"/>
          </a:p>
        </p:txBody>
      </p:sp>
      <p:pic>
        <p:nvPicPr>
          <p:cNvPr id="18" name="Picture 17"/>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7763311" y="47774"/>
            <a:ext cx="1302631" cy="526941"/>
          </a:xfrm>
          <a:prstGeom prst="rect">
            <a:avLst/>
          </a:prstGeom>
        </p:spPr>
      </p:pic>
    </p:spTree>
    <p:extLst>
      <p:ext uri="{BB962C8B-B14F-4D97-AF65-F5344CB8AC3E}">
        <p14:creationId xmlns:p14="http://schemas.microsoft.com/office/powerpoint/2010/main" val="411124331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UniOfSurrey - BLUE Slide with Image Left">
    <p:spTree>
      <p:nvGrpSpPr>
        <p:cNvPr id="1" name=""/>
        <p:cNvGrpSpPr/>
        <p:nvPr/>
      </p:nvGrpSpPr>
      <p:grpSpPr>
        <a:xfrm>
          <a:off x="0" y="0"/>
          <a:ext cx="0" cy="0"/>
          <a:chOff x="0" y="0"/>
          <a:chExt cx="0" cy="0"/>
        </a:xfrm>
      </p:grpSpPr>
      <p:sp>
        <p:nvSpPr>
          <p:cNvPr id="14" name="Rectangle 13"/>
          <p:cNvSpPr/>
          <p:nvPr userDrawn="1"/>
        </p:nvSpPr>
        <p:spPr>
          <a:xfrm>
            <a:off x="0" y="0"/>
            <a:ext cx="9144000" cy="654899"/>
          </a:xfrm>
          <a:prstGeom prst="rect">
            <a:avLst/>
          </a:prstGeom>
          <a:solidFill>
            <a:srgbClr val="008A85"/>
          </a:solidFill>
          <a:ln>
            <a:solidFill>
              <a:srgbClr val="008A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dirty="0">
              <a:effectLst/>
            </a:endParaRPr>
          </a:p>
        </p:txBody>
      </p:sp>
      <p:sp>
        <p:nvSpPr>
          <p:cNvPr id="3" name="Content Placeholder 2"/>
          <p:cNvSpPr>
            <a:spLocks noGrp="1"/>
          </p:cNvSpPr>
          <p:nvPr>
            <p:ph idx="1"/>
          </p:nvPr>
        </p:nvSpPr>
        <p:spPr>
          <a:xfrm>
            <a:off x="4294626" y="1228532"/>
            <a:ext cx="4507928" cy="3394472"/>
          </a:xfrm>
          <a:prstGeom prst="rect">
            <a:avLst/>
          </a:prstGeom>
        </p:spPr>
        <p:txBody>
          <a:bodyPr>
            <a:normAutofit/>
          </a:bodyPr>
          <a:lstStyle>
            <a:lvl1pPr>
              <a:defRPr sz="1350">
                <a:solidFill>
                  <a:schemeClr val="tx1">
                    <a:lumMod val="50000"/>
                  </a:schemeClr>
                </a:solidFill>
                <a:latin typeface="Arial"/>
                <a:cs typeface="Arial"/>
              </a:defRPr>
            </a:lvl1pPr>
            <a:lvl2pPr>
              <a:defRPr sz="1350">
                <a:solidFill>
                  <a:srgbClr val="008A85"/>
                </a:solidFill>
                <a:latin typeface="Arial"/>
                <a:cs typeface="Arial"/>
              </a:defRPr>
            </a:lvl2pPr>
            <a:lvl3pPr>
              <a:defRPr sz="1350">
                <a:solidFill>
                  <a:srgbClr val="556169"/>
                </a:solidFill>
                <a:latin typeface="Arial"/>
                <a:cs typeface="Arial"/>
              </a:defRPr>
            </a:lvl3pPr>
            <a:lvl4pPr>
              <a:defRPr sz="1350">
                <a:solidFill>
                  <a:srgbClr val="008A85"/>
                </a:solidFill>
                <a:latin typeface="Arial"/>
                <a:cs typeface="Arial"/>
              </a:defRPr>
            </a:lvl4pPr>
            <a:lvl5pPr>
              <a:defRPr sz="1350">
                <a:solidFill>
                  <a:srgbClr val="556169"/>
                </a:solidFill>
                <a:latin typeface="Arial"/>
                <a:cs typeface="Aria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Text Placeholder 9"/>
          <p:cNvSpPr>
            <a:spLocks noGrp="1"/>
          </p:cNvSpPr>
          <p:nvPr>
            <p:ph type="body" sz="quarter" idx="13" hasCustomPrompt="1"/>
          </p:nvPr>
        </p:nvSpPr>
        <p:spPr>
          <a:xfrm>
            <a:off x="457200" y="702470"/>
            <a:ext cx="8321442" cy="288131"/>
          </a:xfrm>
          <a:prstGeom prst="rect">
            <a:avLst/>
          </a:prstGeom>
        </p:spPr>
        <p:txBody>
          <a:bodyPr>
            <a:normAutofit/>
          </a:bodyPr>
          <a:lstStyle>
            <a:lvl1pPr marL="0" indent="0">
              <a:buNone/>
              <a:defRPr sz="1200" baseline="0">
                <a:solidFill>
                  <a:srgbClr val="556169"/>
                </a:solidFill>
                <a:latin typeface="Georgia"/>
                <a:cs typeface="Georgia"/>
              </a:defRPr>
            </a:lvl1pPr>
          </a:lstStyle>
          <a:p>
            <a:pPr lvl="0"/>
            <a:r>
              <a:rPr lang="en-US" dirty="0"/>
              <a:t>Sub line / Content Title goes here</a:t>
            </a:r>
          </a:p>
        </p:txBody>
      </p:sp>
      <p:cxnSp>
        <p:nvCxnSpPr>
          <p:cNvPr id="12" name="Straight Connector 11"/>
          <p:cNvCxnSpPr/>
          <p:nvPr userDrawn="1"/>
        </p:nvCxnSpPr>
        <p:spPr>
          <a:xfrm>
            <a:off x="0" y="658502"/>
            <a:ext cx="9180000" cy="0"/>
          </a:xfrm>
          <a:prstGeom prst="line">
            <a:avLst/>
          </a:prstGeom>
          <a:ln w="6350" cmpd="sng">
            <a:solidFill>
              <a:srgbClr val="008A85"/>
            </a:solidFill>
          </a:ln>
        </p:spPr>
        <p:style>
          <a:lnRef idx="1">
            <a:schemeClr val="accent1"/>
          </a:lnRef>
          <a:fillRef idx="0">
            <a:schemeClr val="accent1"/>
          </a:fillRef>
          <a:effectRef idx="0">
            <a:schemeClr val="accent1"/>
          </a:effectRef>
          <a:fontRef idx="minor">
            <a:schemeClr val="tx1"/>
          </a:fontRef>
        </p:style>
      </p:cxnSp>
      <p:sp>
        <p:nvSpPr>
          <p:cNvPr id="7" name="Picture Placeholder 6"/>
          <p:cNvSpPr>
            <a:spLocks noGrp="1"/>
          </p:cNvSpPr>
          <p:nvPr>
            <p:ph type="pic" sz="quarter" idx="14" hasCustomPrompt="1"/>
          </p:nvPr>
        </p:nvSpPr>
        <p:spPr>
          <a:xfrm>
            <a:off x="457201" y="1228532"/>
            <a:ext cx="3683000" cy="3394472"/>
          </a:xfrm>
        </p:spPr>
        <p:txBody>
          <a:bodyPr>
            <a:normAutofit/>
          </a:bodyPr>
          <a:lstStyle>
            <a:lvl1pPr>
              <a:defRPr sz="1500"/>
            </a:lvl1pPr>
          </a:lstStyle>
          <a:p>
            <a:r>
              <a:rPr lang="en-US" dirty="0"/>
              <a:t>Drop picture here</a:t>
            </a:r>
          </a:p>
        </p:txBody>
      </p:sp>
      <p:sp>
        <p:nvSpPr>
          <p:cNvPr id="16" name="Title 1"/>
          <p:cNvSpPr>
            <a:spLocks noGrp="1"/>
          </p:cNvSpPr>
          <p:nvPr>
            <p:ph type="title" hasCustomPrompt="1"/>
          </p:nvPr>
        </p:nvSpPr>
        <p:spPr>
          <a:xfrm>
            <a:off x="457201" y="317514"/>
            <a:ext cx="4507927" cy="309951"/>
          </a:xfrm>
        </p:spPr>
        <p:txBody>
          <a:bodyPr/>
          <a:lstStyle>
            <a:lvl1pPr>
              <a:defRPr>
                <a:solidFill>
                  <a:schemeClr val="bg1"/>
                </a:solidFill>
              </a:defRPr>
            </a:lvl1pPr>
          </a:lstStyle>
          <a:p>
            <a:r>
              <a:rPr lang="en-GB" dirty="0"/>
              <a:t>Headline title goes here</a:t>
            </a:r>
            <a:endParaRPr lang="en-US" dirty="0"/>
          </a:p>
        </p:txBody>
      </p:sp>
      <p:pic>
        <p:nvPicPr>
          <p:cNvPr id="13" name="Picture 12"/>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7763311" y="47774"/>
            <a:ext cx="1302631" cy="526941"/>
          </a:xfrm>
          <a:prstGeom prst="rect">
            <a:avLst/>
          </a:prstGeom>
        </p:spPr>
      </p:pic>
    </p:spTree>
    <p:extLst>
      <p:ext uri="{BB962C8B-B14F-4D97-AF65-F5344CB8AC3E}">
        <p14:creationId xmlns:p14="http://schemas.microsoft.com/office/powerpoint/2010/main" val="240089720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UniOfSurrey - BLUE Slide with 3 Image Left">
    <p:spTree>
      <p:nvGrpSpPr>
        <p:cNvPr id="1" name=""/>
        <p:cNvGrpSpPr/>
        <p:nvPr/>
      </p:nvGrpSpPr>
      <p:grpSpPr>
        <a:xfrm>
          <a:off x="0" y="0"/>
          <a:ext cx="0" cy="0"/>
          <a:chOff x="0" y="0"/>
          <a:chExt cx="0" cy="0"/>
        </a:xfrm>
      </p:grpSpPr>
      <p:sp>
        <p:nvSpPr>
          <p:cNvPr id="11" name="Rectangle 10"/>
          <p:cNvSpPr/>
          <p:nvPr userDrawn="1"/>
        </p:nvSpPr>
        <p:spPr>
          <a:xfrm>
            <a:off x="0" y="0"/>
            <a:ext cx="9144000" cy="654899"/>
          </a:xfrm>
          <a:prstGeom prst="rect">
            <a:avLst/>
          </a:prstGeom>
          <a:solidFill>
            <a:srgbClr val="008A85"/>
          </a:solidFill>
          <a:ln>
            <a:solidFill>
              <a:srgbClr val="008A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dirty="0">
              <a:ln>
                <a:noFill/>
              </a:ln>
              <a:effectLst/>
            </a:endParaRPr>
          </a:p>
        </p:txBody>
      </p:sp>
      <p:sp>
        <p:nvSpPr>
          <p:cNvPr id="2" name="Title 1"/>
          <p:cNvSpPr>
            <a:spLocks noGrp="1"/>
          </p:cNvSpPr>
          <p:nvPr>
            <p:ph type="title" hasCustomPrompt="1"/>
          </p:nvPr>
        </p:nvSpPr>
        <p:spPr/>
        <p:txBody>
          <a:bodyPr/>
          <a:lstStyle>
            <a:lvl1pPr>
              <a:defRPr>
                <a:solidFill>
                  <a:schemeClr val="bg1"/>
                </a:solidFill>
              </a:defRPr>
            </a:lvl1pPr>
          </a:lstStyle>
          <a:p>
            <a:r>
              <a:rPr lang="en-GB" dirty="0"/>
              <a:t>Headline title goes here</a:t>
            </a:r>
            <a:endParaRPr lang="en-US" dirty="0"/>
          </a:p>
        </p:txBody>
      </p:sp>
      <p:sp>
        <p:nvSpPr>
          <p:cNvPr id="3" name="Content Placeholder 2"/>
          <p:cNvSpPr>
            <a:spLocks noGrp="1"/>
          </p:cNvSpPr>
          <p:nvPr>
            <p:ph idx="1"/>
          </p:nvPr>
        </p:nvSpPr>
        <p:spPr>
          <a:xfrm>
            <a:off x="4294626" y="1228532"/>
            <a:ext cx="4507928" cy="3394472"/>
          </a:xfrm>
          <a:prstGeom prst="rect">
            <a:avLst/>
          </a:prstGeom>
        </p:spPr>
        <p:txBody>
          <a:bodyPr>
            <a:normAutofit/>
          </a:bodyPr>
          <a:lstStyle>
            <a:lvl1pPr>
              <a:defRPr sz="1350">
                <a:solidFill>
                  <a:schemeClr val="tx1">
                    <a:lumMod val="50000"/>
                  </a:schemeClr>
                </a:solidFill>
                <a:latin typeface="Arial"/>
                <a:cs typeface="Arial"/>
              </a:defRPr>
            </a:lvl1pPr>
            <a:lvl2pPr>
              <a:defRPr sz="1350">
                <a:solidFill>
                  <a:srgbClr val="008A85"/>
                </a:solidFill>
                <a:latin typeface="Arial"/>
                <a:cs typeface="Arial"/>
              </a:defRPr>
            </a:lvl2pPr>
            <a:lvl3pPr>
              <a:defRPr sz="1350">
                <a:solidFill>
                  <a:srgbClr val="556169"/>
                </a:solidFill>
                <a:latin typeface="Arial"/>
                <a:cs typeface="Arial"/>
              </a:defRPr>
            </a:lvl3pPr>
            <a:lvl4pPr>
              <a:defRPr sz="1350">
                <a:solidFill>
                  <a:srgbClr val="008A85"/>
                </a:solidFill>
                <a:latin typeface="Arial"/>
                <a:cs typeface="Arial"/>
              </a:defRPr>
            </a:lvl4pPr>
            <a:lvl5pPr>
              <a:defRPr sz="1350">
                <a:solidFill>
                  <a:srgbClr val="556169"/>
                </a:solidFill>
                <a:latin typeface="Arial"/>
                <a:cs typeface="Aria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Text Placeholder 9"/>
          <p:cNvSpPr>
            <a:spLocks noGrp="1"/>
          </p:cNvSpPr>
          <p:nvPr>
            <p:ph type="body" sz="quarter" idx="13" hasCustomPrompt="1"/>
          </p:nvPr>
        </p:nvSpPr>
        <p:spPr>
          <a:xfrm>
            <a:off x="457200" y="702470"/>
            <a:ext cx="8321442" cy="288131"/>
          </a:xfrm>
          <a:prstGeom prst="rect">
            <a:avLst/>
          </a:prstGeom>
        </p:spPr>
        <p:txBody>
          <a:bodyPr>
            <a:normAutofit/>
          </a:bodyPr>
          <a:lstStyle>
            <a:lvl1pPr marL="0" indent="0">
              <a:buNone/>
              <a:defRPr sz="1200" baseline="0">
                <a:solidFill>
                  <a:srgbClr val="556169"/>
                </a:solidFill>
                <a:latin typeface="Georgia"/>
                <a:cs typeface="Georgia"/>
              </a:defRPr>
            </a:lvl1pPr>
          </a:lstStyle>
          <a:p>
            <a:pPr lvl="0"/>
            <a:r>
              <a:rPr lang="en-US" dirty="0"/>
              <a:t>Sub line / Content Title goes here</a:t>
            </a:r>
          </a:p>
        </p:txBody>
      </p:sp>
      <p:cxnSp>
        <p:nvCxnSpPr>
          <p:cNvPr id="12" name="Straight Connector 11"/>
          <p:cNvCxnSpPr/>
          <p:nvPr userDrawn="1"/>
        </p:nvCxnSpPr>
        <p:spPr>
          <a:xfrm>
            <a:off x="0" y="658502"/>
            <a:ext cx="9180000" cy="0"/>
          </a:xfrm>
          <a:prstGeom prst="line">
            <a:avLst/>
          </a:prstGeom>
          <a:ln w="6350" cmpd="sng">
            <a:solidFill>
              <a:srgbClr val="008A85"/>
            </a:solidFill>
          </a:ln>
        </p:spPr>
        <p:style>
          <a:lnRef idx="1">
            <a:schemeClr val="accent1"/>
          </a:lnRef>
          <a:fillRef idx="0">
            <a:schemeClr val="accent1"/>
          </a:fillRef>
          <a:effectRef idx="0">
            <a:schemeClr val="accent1"/>
          </a:effectRef>
          <a:fontRef idx="minor">
            <a:schemeClr val="tx1"/>
          </a:fontRef>
        </p:style>
      </p:cxnSp>
      <p:sp>
        <p:nvSpPr>
          <p:cNvPr id="14" name="Picture Placeholder 6"/>
          <p:cNvSpPr>
            <a:spLocks noGrp="1"/>
          </p:cNvSpPr>
          <p:nvPr>
            <p:ph type="pic" sz="quarter" idx="14" hasCustomPrompt="1"/>
          </p:nvPr>
        </p:nvSpPr>
        <p:spPr>
          <a:xfrm>
            <a:off x="457200" y="1241792"/>
            <a:ext cx="1229962" cy="1143389"/>
          </a:xfrm>
        </p:spPr>
        <p:txBody>
          <a:bodyPr>
            <a:normAutofit/>
          </a:bodyPr>
          <a:lstStyle>
            <a:lvl1pPr>
              <a:defRPr sz="750" baseline="0"/>
            </a:lvl1pPr>
          </a:lstStyle>
          <a:p>
            <a:r>
              <a:rPr lang="en-US" dirty="0"/>
              <a:t>Drop picture 1 here.</a:t>
            </a:r>
          </a:p>
        </p:txBody>
      </p:sp>
      <p:sp>
        <p:nvSpPr>
          <p:cNvPr id="15" name="Picture Placeholder 6"/>
          <p:cNvSpPr>
            <a:spLocks noGrp="1"/>
          </p:cNvSpPr>
          <p:nvPr>
            <p:ph type="pic" sz="quarter" idx="15" hasCustomPrompt="1"/>
          </p:nvPr>
        </p:nvSpPr>
        <p:spPr>
          <a:xfrm>
            <a:off x="1839562" y="1241791"/>
            <a:ext cx="2276592" cy="1143389"/>
          </a:xfrm>
        </p:spPr>
        <p:txBody>
          <a:bodyPr>
            <a:normAutofit/>
          </a:bodyPr>
          <a:lstStyle>
            <a:lvl1pPr>
              <a:defRPr sz="750"/>
            </a:lvl1pPr>
          </a:lstStyle>
          <a:p>
            <a:r>
              <a:rPr lang="en-US" dirty="0"/>
              <a:t>Drop picture 2 here.</a:t>
            </a:r>
          </a:p>
        </p:txBody>
      </p:sp>
      <p:sp>
        <p:nvSpPr>
          <p:cNvPr id="16" name="Picture Placeholder 6"/>
          <p:cNvSpPr>
            <a:spLocks noGrp="1"/>
          </p:cNvSpPr>
          <p:nvPr>
            <p:ph type="pic" sz="quarter" idx="16" hasCustomPrompt="1"/>
          </p:nvPr>
        </p:nvSpPr>
        <p:spPr>
          <a:xfrm>
            <a:off x="457200" y="2499480"/>
            <a:ext cx="3658954" cy="2136784"/>
          </a:xfrm>
        </p:spPr>
        <p:txBody>
          <a:bodyPr>
            <a:normAutofit/>
          </a:bodyPr>
          <a:lstStyle>
            <a:lvl1pPr>
              <a:defRPr sz="750" baseline="0"/>
            </a:lvl1pPr>
          </a:lstStyle>
          <a:p>
            <a:r>
              <a:rPr lang="en-US" dirty="0"/>
              <a:t>Drop picture 3 here.</a:t>
            </a:r>
          </a:p>
        </p:txBody>
      </p:sp>
      <p:pic>
        <p:nvPicPr>
          <p:cNvPr id="17" name="Picture 16"/>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7763311" y="47774"/>
            <a:ext cx="1302631" cy="526941"/>
          </a:xfrm>
          <a:prstGeom prst="rect">
            <a:avLst/>
          </a:prstGeom>
        </p:spPr>
      </p:pic>
    </p:spTree>
    <p:extLst>
      <p:ext uri="{BB962C8B-B14F-4D97-AF65-F5344CB8AC3E}">
        <p14:creationId xmlns:p14="http://schemas.microsoft.com/office/powerpoint/2010/main" val="12366436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4_UniOfSurrey - Clean Turqoise Cover">
    <p:bg>
      <p:bgPr>
        <a:solidFill>
          <a:srgbClr val="4A4A49"/>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29868" y="1542201"/>
            <a:ext cx="5775157" cy="824023"/>
          </a:xfrm>
        </p:spPr>
        <p:txBody>
          <a:bodyPr anchor="b">
            <a:noAutofit/>
          </a:bodyPr>
          <a:lstStyle>
            <a:lvl1pPr algn="l">
              <a:defRPr sz="1800" baseline="0">
                <a:solidFill>
                  <a:srgbClr val="FFFFFF"/>
                </a:solidFill>
              </a:defRPr>
            </a:lvl1pPr>
          </a:lstStyle>
          <a:p>
            <a:r>
              <a:rPr lang="en-GB" dirty="0"/>
              <a:t>Presentation title goes here</a:t>
            </a:r>
            <a:endParaRPr lang="en-US" dirty="0"/>
          </a:p>
        </p:txBody>
      </p:sp>
      <p:cxnSp>
        <p:nvCxnSpPr>
          <p:cNvPr id="5" name="Straight Connector 4"/>
          <p:cNvCxnSpPr/>
          <p:nvPr userDrawn="1"/>
        </p:nvCxnSpPr>
        <p:spPr>
          <a:xfrm>
            <a:off x="-5762" y="2465295"/>
            <a:ext cx="7216885" cy="0"/>
          </a:xfrm>
          <a:prstGeom prst="line">
            <a:avLst/>
          </a:prstGeom>
          <a:ln w="6350" cmpd="sng">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 Placeholder 13"/>
          <p:cNvSpPr>
            <a:spLocks noGrp="1"/>
          </p:cNvSpPr>
          <p:nvPr>
            <p:ph type="body" sz="quarter" idx="12" hasCustomPrompt="1"/>
          </p:nvPr>
        </p:nvSpPr>
        <p:spPr>
          <a:xfrm>
            <a:off x="529868" y="2563958"/>
            <a:ext cx="5775325" cy="839390"/>
          </a:xfrm>
        </p:spPr>
        <p:txBody>
          <a:bodyPr/>
          <a:lstStyle>
            <a:lvl1pPr algn="l">
              <a:defRPr>
                <a:solidFill>
                  <a:srgbClr val="FFFFFF"/>
                </a:solidFill>
              </a:defRPr>
            </a:lvl1pPr>
            <a:lvl2pPr algn="ctr">
              <a:defRPr>
                <a:solidFill>
                  <a:srgbClr val="FFFFFF"/>
                </a:solidFill>
              </a:defRPr>
            </a:lvl2pPr>
            <a:lvl3pPr algn="ctr">
              <a:defRPr>
                <a:solidFill>
                  <a:srgbClr val="FFFFFF"/>
                </a:solidFill>
              </a:defRPr>
            </a:lvl3pPr>
            <a:lvl4pPr algn="ctr">
              <a:defRPr>
                <a:solidFill>
                  <a:srgbClr val="FFFFFF"/>
                </a:solidFill>
              </a:defRPr>
            </a:lvl4pPr>
            <a:lvl5pPr algn="ctr">
              <a:defRPr>
                <a:solidFill>
                  <a:srgbClr val="FFFFFF"/>
                </a:solidFill>
              </a:defRPr>
            </a:lvl5pPr>
          </a:lstStyle>
          <a:p>
            <a:pPr lvl="0"/>
            <a:r>
              <a:rPr lang="en-GB" dirty="0"/>
              <a:t>Presentation subtitle / presenter here</a:t>
            </a:r>
          </a:p>
        </p:txBody>
      </p:sp>
      <p:pic>
        <p:nvPicPr>
          <p:cNvPr id="8" name="Picture 7"/>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7026913" y="1714321"/>
            <a:ext cx="1871760" cy="757166"/>
          </a:xfrm>
          <a:prstGeom prst="rect">
            <a:avLst/>
          </a:prstGeom>
        </p:spPr>
      </p:pic>
    </p:spTree>
    <p:extLst>
      <p:ext uri="{BB962C8B-B14F-4D97-AF65-F5344CB8AC3E}">
        <p14:creationId xmlns:p14="http://schemas.microsoft.com/office/powerpoint/2010/main" val="273098996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UniOfSurrey - Clean White Cov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02868" y="1542201"/>
            <a:ext cx="5775157" cy="824023"/>
          </a:xfrm>
        </p:spPr>
        <p:txBody>
          <a:bodyPr anchor="b">
            <a:noAutofit/>
          </a:bodyPr>
          <a:lstStyle>
            <a:lvl1pPr algn="l">
              <a:defRPr sz="1800" baseline="0">
                <a:solidFill>
                  <a:srgbClr val="000000"/>
                </a:solidFill>
              </a:defRPr>
            </a:lvl1pPr>
          </a:lstStyle>
          <a:p>
            <a:r>
              <a:rPr lang="en-GB" dirty="0"/>
              <a:t>Presentation title goes here</a:t>
            </a:r>
            <a:endParaRPr lang="en-US" dirty="0"/>
          </a:p>
        </p:txBody>
      </p:sp>
      <p:cxnSp>
        <p:nvCxnSpPr>
          <p:cNvPr id="5" name="Straight Connector 4"/>
          <p:cNvCxnSpPr/>
          <p:nvPr userDrawn="1"/>
        </p:nvCxnSpPr>
        <p:spPr>
          <a:xfrm>
            <a:off x="-5763" y="2465295"/>
            <a:ext cx="7286276" cy="0"/>
          </a:xfrm>
          <a:prstGeom prst="line">
            <a:avLst/>
          </a:prstGeom>
          <a:ln w="6350" cmpd="sng">
            <a:solidFill>
              <a:srgbClr val="000000"/>
            </a:solidFill>
          </a:ln>
        </p:spPr>
        <p:style>
          <a:lnRef idx="1">
            <a:schemeClr val="accent1"/>
          </a:lnRef>
          <a:fillRef idx="0">
            <a:schemeClr val="accent1"/>
          </a:fillRef>
          <a:effectRef idx="0">
            <a:schemeClr val="accent1"/>
          </a:effectRef>
          <a:fontRef idx="minor">
            <a:schemeClr val="tx1"/>
          </a:fontRef>
        </p:style>
      </p:cxnSp>
      <p:sp>
        <p:nvSpPr>
          <p:cNvPr id="10" name="Text Placeholder 9"/>
          <p:cNvSpPr>
            <a:spLocks noGrp="1"/>
          </p:cNvSpPr>
          <p:nvPr>
            <p:ph type="body" sz="quarter" idx="12" hasCustomPrompt="1"/>
          </p:nvPr>
        </p:nvSpPr>
        <p:spPr>
          <a:xfrm>
            <a:off x="402700" y="2564368"/>
            <a:ext cx="5775325" cy="719138"/>
          </a:xfrm>
        </p:spPr>
        <p:txBody>
          <a:bodyPr/>
          <a:lstStyle>
            <a:lvl1pPr algn="l">
              <a:defRPr/>
            </a:lvl1pPr>
          </a:lstStyle>
          <a:p>
            <a:r>
              <a:rPr lang="en-GB" sz="1350" dirty="0">
                <a:solidFill>
                  <a:srgbClr val="82949D"/>
                </a:solidFill>
              </a:rPr>
              <a:t>Presentation subtitle</a:t>
            </a:r>
            <a:r>
              <a:rPr lang="en-GB" sz="1350" baseline="0" dirty="0">
                <a:solidFill>
                  <a:srgbClr val="82949D"/>
                </a:solidFill>
              </a:rPr>
              <a:t> / presenter here</a:t>
            </a:r>
            <a:endParaRPr lang="en-US" sz="1350" dirty="0">
              <a:solidFill>
                <a:srgbClr val="82949D"/>
              </a:solidFill>
            </a:endParaRPr>
          </a:p>
        </p:txBody>
      </p:sp>
      <p:pic>
        <p:nvPicPr>
          <p:cNvPr id="6" name="Picture 5"/>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7026914" y="1711476"/>
            <a:ext cx="1863487" cy="753819"/>
          </a:xfrm>
          <a:prstGeom prst="rect">
            <a:avLst/>
          </a:prstGeom>
        </p:spPr>
      </p:pic>
    </p:spTree>
    <p:extLst>
      <p:ext uri="{BB962C8B-B14F-4D97-AF65-F5344CB8AC3E}">
        <p14:creationId xmlns:p14="http://schemas.microsoft.com/office/powerpoint/2010/main" val="110870078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UniOfSurrey - Standard Slide">
    <p:spTree>
      <p:nvGrpSpPr>
        <p:cNvPr id="1" name=""/>
        <p:cNvGrpSpPr/>
        <p:nvPr/>
      </p:nvGrpSpPr>
      <p:grpSpPr>
        <a:xfrm>
          <a:off x="0" y="0"/>
          <a:ext cx="0" cy="0"/>
          <a:chOff x="0" y="0"/>
          <a:chExt cx="0" cy="0"/>
        </a:xfrm>
      </p:grpSpPr>
      <p:sp>
        <p:nvSpPr>
          <p:cNvPr id="11" name="Rectangle 10"/>
          <p:cNvSpPr/>
          <p:nvPr userDrawn="1"/>
        </p:nvSpPr>
        <p:spPr>
          <a:xfrm>
            <a:off x="0" y="4931545"/>
            <a:ext cx="9144000" cy="211955"/>
          </a:xfrm>
          <a:prstGeom prst="rect">
            <a:avLst/>
          </a:prstGeom>
          <a:solidFill>
            <a:srgbClr val="008A85"/>
          </a:solidFill>
          <a:ln>
            <a:solidFill>
              <a:srgbClr val="008A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2" name="Title 1"/>
          <p:cNvSpPr>
            <a:spLocks noGrp="1"/>
          </p:cNvSpPr>
          <p:nvPr>
            <p:ph type="title" hasCustomPrompt="1"/>
          </p:nvPr>
        </p:nvSpPr>
        <p:spPr/>
        <p:txBody>
          <a:bodyPr>
            <a:noAutofit/>
          </a:bodyPr>
          <a:lstStyle>
            <a:lvl1pPr>
              <a:defRPr sz="1800">
                <a:solidFill>
                  <a:srgbClr val="000000"/>
                </a:solidFill>
              </a:defRPr>
            </a:lvl1pPr>
          </a:lstStyle>
          <a:p>
            <a:r>
              <a:rPr lang="en-GB" dirty="0"/>
              <a:t>Headline title goes here</a:t>
            </a:r>
            <a:endParaRPr lang="en-US" dirty="0"/>
          </a:p>
        </p:txBody>
      </p:sp>
      <p:sp>
        <p:nvSpPr>
          <p:cNvPr id="3" name="Content Placeholder 2"/>
          <p:cNvSpPr>
            <a:spLocks noGrp="1"/>
          </p:cNvSpPr>
          <p:nvPr>
            <p:ph idx="1"/>
          </p:nvPr>
        </p:nvSpPr>
        <p:spPr>
          <a:xfrm>
            <a:off x="457200" y="1200151"/>
            <a:ext cx="8321443" cy="3394472"/>
          </a:xfrm>
          <a:prstGeom prst="rect">
            <a:avLst/>
          </a:prstGeom>
        </p:spPr>
        <p:txBody>
          <a:bodyPr>
            <a:normAutofit/>
          </a:bodyPr>
          <a:lstStyle>
            <a:lvl1pPr>
              <a:defRPr sz="1500">
                <a:solidFill>
                  <a:schemeClr val="tx1">
                    <a:lumMod val="50000"/>
                  </a:schemeClr>
                </a:solidFill>
                <a:latin typeface="Georgia" panose="02040502050405020303" pitchFamily="18" charset="0"/>
                <a:cs typeface="Arial"/>
              </a:defRPr>
            </a:lvl1pPr>
            <a:lvl2pPr>
              <a:defRPr sz="1350">
                <a:solidFill>
                  <a:srgbClr val="008A85"/>
                </a:solidFill>
                <a:latin typeface="Georgia" panose="02040502050405020303" pitchFamily="18" charset="0"/>
                <a:cs typeface="Arial"/>
              </a:defRPr>
            </a:lvl2pPr>
            <a:lvl3pPr>
              <a:defRPr sz="1350">
                <a:solidFill>
                  <a:srgbClr val="556169"/>
                </a:solidFill>
                <a:latin typeface="Georgia" panose="02040502050405020303" pitchFamily="18" charset="0"/>
                <a:cs typeface="Arial"/>
              </a:defRPr>
            </a:lvl3pPr>
            <a:lvl4pPr>
              <a:defRPr sz="1200">
                <a:solidFill>
                  <a:srgbClr val="008A85"/>
                </a:solidFill>
                <a:latin typeface="Georgia" panose="02040502050405020303" pitchFamily="18" charset="0"/>
                <a:cs typeface="Arial"/>
              </a:defRPr>
            </a:lvl4pPr>
            <a:lvl5pPr>
              <a:defRPr sz="1200">
                <a:solidFill>
                  <a:srgbClr val="556169"/>
                </a:solidFill>
                <a:latin typeface="Georgia" panose="02040502050405020303" pitchFamily="18" charset="0"/>
                <a:cs typeface="Aria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Text Placeholder 9"/>
          <p:cNvSpPr>
            <a:spLocks noGrp="1"/>
          </p:cNvSpPr>
          <p:nvPr>
            <p:ph type="body" sz="quarter" idx="13" hasCustomPrompt="1"/>
          </p:nvPr>
        </p:nvSpPr>
        <p:spPr>
          <a:xfrm>
            <a:off x="457200" y="702470"/>
            <a:ext cx="8321442" cy="288131"/>
          </a:xfrm>
          <a:prstGeom prst="rect">
            <a:avLst/>
          </a:prstGeom>
        </p:spPr>
        <p:txBody>
          <a:bodyPr>
            <a:normAutofit/>
          </a:bodyPr>
          <a:lstStyle>
            <a:lvl1pPr marL="0" indent="0">
              <a:buNone/>
              <a:defRPr sz="1200" baseline="0">
                <a:solidFill>
                  <a:srgbClr val="4A4A49"/>
                </a:solidFill>
                <a:latin typeface="Georgia"/>
                <a:cs typeface="Georgia"/>
              </a:defRPr>
            </a:lvl1pPr>
          </a:lstStyle>
          <a:p>
            <a:pPr lvl="0"/>
            <a:r>
              <a:rPr lang="en-US" dirty="0"/>
              <a:t>Sub line / Content Title goes here</a:t>
            </a:r>
          </a:p>
        </p:txBody>
      </p:sp>
      <p:cxnSp>
        <p:nvCxnSpPr>
          <p:cNvPr id="12" name="Straight Connector 11"/>
          <p:cNvCxnSpPr/>
          <p:nvPr userDrawn="1"/>
        </p:nvCxnSpPr>
        <p:spPr>
          <a:xfrm>
            <a:off x="0" y="658502"/>
            <a:ext cx="9180000" cy="0"/>
          </a:xfrm>
          <a:prstGeom prst="line">
            <a:avLst/>
          </a:prstGeom>
          <a:ln w="6350" cmpd="sng">
            <a:solidFill>
              <a:srgbClr val="000000"/>
            </a:solidFill>
          </a:ln>
        </p:spPr>
        <p:style>
          <a:lnRef idx="1">
            <a:schemeClr val="accent1"/>
          </a:lnRef>
          <a:fillRef idx="0">
            <a:schemeClr val="accent1"/>
          </a:fillRef>
          <a:effectRef idx="0">
            <a:schemeClr val="accent1"/>
          </a:effectRef>
          <a:fontRef idx="minor">
            <a:schemeClr val="tx1"/>
          </a:fontRef>
        </p:style>
      </p:cxnSp>
      <p:pic>
        <p:nvPicPr>
          <p:cNvPr id="13" name="Picture 12"/>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7706776" y="51575"/>
            <a:ext cx="1350038" cy="546119"/>
          </a:xfrm>
          <a:prstGeom prst="rect">
            <a:avLst/>
          </a:prstGeom>
        </p:spPr>
      </p:pic>
    </p:spTree>
    <p:extLst>
      <p:ext uri="{BB962C8B-B14F-4D97-AF65-F5344CB8AC3E}">
        <p14:creationId xmlns:p14="http://schemas.microsoft.com/office/powerpoint/2010/main" val="87412996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UniOfSurrey - Standard Slide Clear">
    <p:spTree>
      <p:nvGrpSpPr>
        <p:cNvPr id="1" name=""/>
        <p:cNvGrpSpPr/>
        <p:nvPr/>
      </p:nvGrpSpPr>
      <p:grpSpPr>
        <a:xfrm>
          <a:off x="0" y="0"/>
          <a:ext cx="0" cy="0"/>
          <a:chOff x="0" y="0"/>
          <a:chExt cx="0" cy="0"/>
        </a:xfrm>
      </p:grpSpPr>
      <p:sp>
        <p:nvSpPr>
          <p:cNvPr id="11" name="Rectangle 10"/>
          <p:cNvSpPr/>
          <p:nvPr userDrawn="1"/>
        </p:nvSpPr>
        <p:spPr>
          <a:xfrm>
            <a:off x="0" y="4931545"/>
            <a:ext cx="9144000" cy="211955"/>
          </a:xfrm>
          <a:prstGeom prst="rect">
            <a:avLst/>
          </a:prstGeom>
          <a:solidFill>
            <a:srgbClr val="008A85"/>
          </a:solidFill>
          <a:ln>
            <a:solidFill>
              <a:srgbClr val="008A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2" name="Title 1"/>
          <p:cNvSpPr>
            <a:spLocks noGrp="1"/>
          </p:cNvSpPr>
          <p:nvPr>
            <p:ph type="title" hasCustomPrompt="1"/>
          </p:nvPr>
        </p:nvSpPr>
        <p:spPr/>
        <p:txBody>
          <a:bodyPr>
            <a:noAutofit/>
          </a:bodyPr>
          <a:lstStyle>
            <a:lvl1pPr>
              <a:defRPr sz="1800">
                <a:solidFill>
                  <a:srgbClr val="000000"/>
                </a:solidFill>
              </a:defRPr>
            </a:lvl1pPr>
          </a:lstStyle>
          <a:p>
            <a:r>
              <a:rPr lang="en-GB" dirty="0"/>
              <a:t>Headline title goes here</a:t>
            </a:r>
            <a:endParaRPr lang="en-US" dirty="0"/>
          </a:p>
        </p:txBody>
      </p:sp>
      <p:sp>
        <p:nvSpPr>
          <p:cNvPr id="10" name="Text Placeholder 9"/>
          <p:cNvSpPr>
            <a:spLocks noGrp="1"/>
          </p:cNvSpPr>
          <p:nvPr>
            <p:ph type="body" sz="quarter" idx="13" hasCustomPrompt="1"/>
          </p:nvPr>
        </p:nvSpPr>
        <p:spPr>
          <a:xfrm>
            <a:off x="457200" y="702470"/>
            <a:ext cx="8321442" cy="288131"/>
          </a:xfrm>
          <a:prstGeom prst="rect">
            <a:avLst/>
          </a:prstGeom>
        </p:spPr>
        <p:txBody>
          <a:bodyPr>
            <a:normAutofit/>
          </a:bodyPr>
          <a:lstStyle>
            <a:lvl1pPr marL="0" indent="0">
              <a:buNone/>
              <a:defRPr sz="1200" baseline="0">
                <a:solidFill>
                  <a:srgbClr val="4A4A49"/>
                </a:solidFill>
                <a:latin typeface="Georgia"/>
                <a:cs typeface="Georgia"/>
              </a:defRPr>
            </a:lvl1pPr>
          </a:lstStyle>
          <a:p>
            <a:pPr lvl="0"/>
            <a:r>
              <a:rPr lang="en-US" dirty="0"/>
              <a:t>Sub line / Content Title goes here</a:t>
            </a:r>
          </a:p>
        </p:txBody>
      </p:sp>
      <p:cxnSp>
        <p:nvCxnSpPr>
          <p:cNvPr id="12" name="Straight Connector 11"/>
          <p:cNvCxnSpPr/>
          <p:nvPr userDrawn="1"/>
        </p:nvCxnSpPr>
        <p:spPr>
          <a:xfrm>
            <a:off x="0" y="658502"/>
            <a:ext cx="9180000" cy="0"/>
          </a:xfrm>
          <a:prstGeom prst="line">
            <a:avLst/>
          </a:prstGeom>
          <a:ln w="6350" cmpd="sng">
            <a:solidFill>
              <a:srgbClr val="000000"/>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7706776" y="51575"/>
            <a:ext cx="1350038" cy="546119"/>
          </a:xfrm>
          <a:prstGeom prst="rect">
            <a:avLst/>
          </a:prstGeom>
        </p:spPr>
      </p:pic>
    </p:spTree>
    <p:extLst>
      <p:ext uri="{BB962C8B-B14F-4D97-AF65-F5344CB8AC3E}">
        <p14:creationId xmlns:p14="http://schemas.microsoft.com/office/powerpoint/2010/main" val="51301887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UniOfSurrey - Standard Slide with Image Right">
    <p:spTree>
      <p:nvGrpSpPr>
        <p:cNvPr id="1" name=""/>
        <p:cNvGrpSpPr/>
        <p:nvPr/>
      </p:nvGrpSpPr>
      <p:grpSpPr>
        <a:xfrm>
          <a:off x="0" y="0"/>
          <a:ext cx="0" cy="0"/>
          <a:chOff x="0" y="0"/>
          <a:chExt cx="0" cy="0"/>
        </a:xfrm>
      </p:grpSpPr>
      <p:sp>
        <p:nvSpPr>
          <p:cNvPr id="11" name="Rectangle 10"/>
          <p:cNvSpPr/>
          <p:nvPr userDrawn="1"/>
        </p:nvSpPr>
        <p:spPr>
          <a:xfrm>
            <a:off x="0" y="4931545"/>
            <a:ext cx="9144000" cy="211955"/>
          </a:xfrm>
          <a:prstGeom prst="rect">
            <a:avLst/>
          </a:prstGeom>
          <a:solidFill>
            <a:srgbClr val="008A85"/>
          </a:solidFill>
          <a:ln>
            <a:solidFill>
              <a:srgbClr val="008A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2" name="Title 1"/>
          <p:cNvSpPr>
            <a:spLocks noGrp="1"/>
          </p:cNvSpPr>
          <p:nvPr>
            <p:ph type="title" hasCustomPrompt="1"/>
          </p:nvPr>
        </p:nvSpPr>
        <p:spPr/>
        <p:txBody>
          <a:bodyPr>
            <a:noAutofit/>
          </a:bodyPr>
          <a:lstStyle>
            <a:lvl1pPr>
              <a:defRPr sz="1800">
                <a:solidFill>
                  <a:srgbClr val="000000"/>
                </a:solidFill>
              </a:defRPr>
            </a:lvl1pPr>
          </a:lstStyle>
          <a:p>
            <a:r>
              <a:rPr lang="en-GB" dirty="0"/>
              <a:t>Headline title goes here</a:t>
            </a:r>
            <a:endParaRPr lang="en-US" dirty="0"/>
          </a:p>
        </p:txBody>
      </p:sp>
      <p:sp>
        <p:nvSpPr>
          <p:cNvPr id="3" name="Content Placeholder 2"/>
          <p:cNvSpPr>
            <a:spLocks noGrp="1"/>
          </p:cNvSpPr>
          <p:nvPr>
            <p:ph idx="1"/>
          </p:nvPr>
        </p:nvSpPr>
        <p:spPr>
          <a:xfrm>
            <a:off x="457200" y="1200151"/>
            <a:ext cx="3610744" cy="3207804"/>
          </a:xfrm>
          <a:prstGeom prst="rect">
            <a:avLst/>
          </a:prstGeom>
        </p:spPr>
        <p:txBody>
          <a:bodyPr>
            <a:normAutofit/>
          </a:bodyPr>
          <a:lstStyle>
            <a:lvl1pPr>
              <a:defRPr sz="1350">
                <a:solidFill>
                  <a:schemeClr val="tx1">
                    <a:lumMod val="50000"/>
                  </a:schemeClr>
                </a:solidFill>
                <a:latin typeface="Georgia" panose="02040502050405020303" pitchFamily="18" charset="0"/>
                <a:cs typeface="Arial"/>
              </a:defRPr>
            </a:lvl1pPr>
            <a:lvl2pPr>
              <a:defRPr sz="1350">
                <a:solidFill>
                  <a:srgbClr val="008A85"/>
                </a:solidFill>
                <a:latin typeface="Georgia" panose="02040502050405020303" pitchFamily="18" charset="0"/>
                <a:cs typeface="Arial"/>
              </a:defRPr>
            </a:lvl2pPr>
            <a:lvl3pPr>
              <a:defRPr sz="1350">
                <a:solidFill>
                  <a:srgbClr val="556169"/>
                </a:solidFill>
                <a:latin typeface="Georgia" panose="02040502050405020303" pitchFamily="18" charset="0"/>
                <a:cs typeface="Arial"/>
              </a:defRPr>
            </a:lvl3pPr>
            <a:lvl4pPr>
              <a:defRPr sz="1350">
                <a:solidFill>
                  <a:srgbClr val="008A85"/>
                </a:solidFill>
                <a:latin typeface="Georgia" panose="02040502050405020303" pitchFamily="18" charset="0"/>
                <a:cs typeface="Arial"/>
              </a:defRPr>
            </a:lvl4pPr>
            <a:lvl5pPr>
              <a:defRPr sz="1350">
                <a:solidFill>
                  <a:srgbClr val="556169"/>
                </a:solidFill>
                <a:latin typeface="Georgia" panose="02040502050405020303" pitchFamily="18" charset="0"/>
                <a:cs typeface="Aria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Text Placeholder 9"/>
          <p:cNvSpPr>
            <a:spLocks noGrp="1"/>
          </p:cNvSpPr>
          <p:nvPr>
            <p:ph type="body" sz="quarter" idx="13" hasCustomPrompt="1"/>
          </p:nvPr>
        </p:nvSpPr>
        <p:spPr>
          <a:xfrm>
            <a:off x="457200" y="702470"/>
            <a:ext cx="8321442" cy="288131"/>
          </a:xfrm>
          <a:prstGeom prst="rect">
            <a:avLst/>
          </a:prstGeom>
        </p:spPr>
        <p:txBody>
          <a:bodyPr>
            <a:normAutofit/>
          </a:bodyPr>
          <a:lstStyle>
            <a:lvl1pPr marL="0" indent="0">
              <a:buNone/>
              <a:defRPr sz="1200" baseline="0">
                <a:solidFill>
                  <a:srgbClr val="4A4A49"/>
                </a:solidFill>
                <a:latin typeface="Georgia"/>
                <a:cs typeface="Georgia"/>
              </a:defRPr>
            </a:lvl1pPr>
          </a:lstStyle>
          <a:p>
            <a:pPr lvl="0"/>
            <a:r>
              <a:rPr lang="en-US" dirty="0"/>
              <a:t>Sub line / Content Title goes here</a:t>
            </a:r>
          </a:p>
        </p:txBody>
      </p:sp>
      <p:cxnSp>
        <p:nvCxnSpPr>
          <p:cNvPr id="12" name="Straight Connector 11"/>
          <p:cNvCxnSpPr/>
          <p:nvPr userDrawn="1"/>
        </p:nvCxnSpPr>
        <p:spPr>
          <a:xfrm>
            <a:off x="0" y="658502"/>
            <a:ext cx="9180000" cy="0"/>
          </a:xfrm>
          <a:prstGeom prst="line">
            <a:avLst/>
          </a:prstGeom>
          <a:ln w="6350" cmpd="sng">
            <a:solidFill>
              <a:srgbClr val="000000"/>
            </a:solidFill>
          </a:ln>
        </p:spPr>
        <p:style>
          <a:lnRef idx="1">
            <a:schemeClr val="accent1"/>
          </a:lnRef>
          <a:fillRef idx="0">
            <a:schemeClr val="accent1"/>
          </a:fillRef>
          <a:effectRef idx="0">
            <a:schemeClr val="accent1"/>
          </a:effectRef>
          <a:fontRef idx="minor">
            <a:schemeClr val="tx1"/>
          </a:fontRef>
        </p:style>
      </p:cxnSp>
      <p:sp>
        <p:nvSpPr>
          <p:cNvPr id="7" name="Picture Placeholder 6"/>
          <p:cNvSpPr>
            <a:spLocks noGrp="1"/>
          </p:cNvSpPr>
          <p:nvPr>
            <p:ph type="pic" sz="quarter" idx="14" hasCustomPrompt="1"/>
          </p:nvPr>
        </p:nvSpPr>
        <p:spPr>
          <a:xfrm>
            <a:off x="5119689" y="1200151"/>
            <a:ext cx="3683000" cy="3394472"/>
          </a:xfrm>
        </p:spPr>
        <p:txBody>
          <a:bodyPr>
            <a:normAutofit/>
          </a:bodyPr>
          <a:lstStyle>
            <a:lvl1pPr>
              <a:defRPr sz="1500"/>
            </a:lvl1pPr>
          </a:lstStyle>
          <a:p>
            <a:r>
              <a:rPr lang="en-US" dirty="0"/>
              <a:t>Drop picture here</a:t>
            </a:r>
          </a:p>
        </p:txBody>
      </p:sp>
      <p:pic>
        <p:nvPicPr>
          <p:cNvPr id="13" name="Picture 12"/>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7706776" y="51575"/>
            <a:ext cx="1350038" cy="546119"/>
          </a:xfrm>
          <a:prstGeom prst="rect">
            <a:avLst/>
          </a:prstGeom>
        </p:spPr>
      </p:pic>
    </p:spTree>
    <p:extLst>
      <p:ext uri="{BB962C8B-B14F-4D97-AF65-F5344CB8AC3E}">
        <p14:creationId xmlns:p14="http://schemas.microsoft.com/office/powerpoint/2010/main" val="389276832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UniOfSurrey - Standard Slide with 3 Image Right">
    <p:spTree>
      <p:nvGrpSpPr>
        <p:cNvPr id="1" name=""/>
        <p:cNvGrpSpPr/>
        <p:nvPr/>
      </p:nvGrpSpPr>
      <p:grpSpPr>
        <a:xfrm>
          <a:off x="0" y="0"/>
          <a:ext cx="0" cy="0"/>
          <a:chOff x="0" y="0"/>
          <a:chExt cx="0" cy="0"/>
        </a:xfrm>
      </p:grpSpPr>
      <p:sp>
        <p:nvSpPr>
          <p:cNvPr id="11" name="Rectangle 10"/>
          <p:cNvSpPr/>
          <p:nvPr userDrawn="1"/>
        </p:nvSpPr>
        <p:spPr>
          <a:xfrm>
            <a:off x="0" y="4931545"/>
            <a:ext cx="9144000" cy="211955"/>
          </a:xfrm>
          <a:prstGeom prst="rect">
            <a:avLst/>
          </a:prstGeom>
          <a:solidFill>
            <a:srgbClr val="008A85"/>
          </a:solidFill>
          <a:ln>
            <a:solidFill>
              <a:srgbClr val="008A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2" name="Title 1"/>
          <p:cNvSpPr>
            <a:spLocks noGrp="1"/>
          </p:cNvSpPr>
          <p:nvPr>
            <p:ph type="title" hasCustomPrompt="1"/>
          </p:nvPr>
        </p:nvSpPr>
        <p:spPr/>
        <p:txBody>
          <a:bodyPr/>
          <a:lstStyle>
            <a:lvl1pPr>
              <a:defRPr>
                <a:solidFill>
                  <a:srgbClr val="000000"/>
                </a:solidFill>
              </a:defRPr>
            </a:lvl1pPr>
          </a:lstStyle>
          <a:p>
            <a:r>
              <a:rPr lang="en-GB" dirty="0"/>
              <a:t>Headline title goes here</a:t>
            </a:r>
            <a:endParaRPr lang="en-US" dirty="0"/>
          </a:p>
        </p:txBody>
      </p:sp>
      <p:sp>
        <p:nvSpPr>
          <p:cNvPr id="3" name="Content Placeholder 2"/>
          <p:cNvSpPr>
            <a:spLocks noGrp="1"/>
          </p:cNvSpPr>
          <p:nvPr>
            <p:ph idx="1"/>
          </p:nvPr>
        </p:nvSpPr>
        <p:spPr>
          <a:xfrm>
            <a:off x="457201" y="1200151"/>
            <a:ext cx="4507928" cy="3394472"/>
          </a:xfrm>
          <a:prstGeom prst="rect">
            <a:avLst/>
          </a:prstGeom>
        </p:spPr>
        <p:txBody>
          <a:bodyPr>
            <a:normAutofit/>
          </a:bodyPr>
          <a:lstStyle>
            <a:lvl1pPr>
              <a:defRPr sz="1350">
                <a:solidFill>
                  <a:schemeClr val="tx1">
                    <a:lumMod val="50000"/>
                  </a:schemeClr>
                </a:solidFill>
                <a:latin typeface="Arial"/>
                <a:cs typeface="Arial"/>
              </a:defRPr>
            </a:lvl1pPr>
            <a:lvl2pPr>
              <a:defRPr sz="1350">
                <a:solidFill>
                  <a:srgbClr val="008A85"/>
                </a:solidFill>
                <a:latin typeface="Arial"/>
                <a:cs typeface="Arial"/>
              </a:defRPr>
            </a:lvl2pPr>
            <a:lvl3pPr>
              <a:defRPr sz="1350">
                <a:solidFill>
                  <a:srgbClr val="556169"/>
                </a:solidFill>
                <a:latin typeface="Arial"/>
                <a:cs typeface="Arial"/>
              </a:defRPr>
            </a:lvl3pPr>
            <a:lvl4pPr>
              <a:defRPr sz="1350">
                <a:solidFill>
                  <a:srgbClr val="008A85"/>
                </a:solidFill>
                <a:latin typeface="Arial"/>
                <a:cs typeface="Arial"/>
              </a:defRPr>
            </a:lvl4pPr>
            <a:lvl5pPr>
              <a:defRPr sz="1350">
                <a:solidFill>
                  <a:srgbClr val="556169"/>
                </a:solidFill>
                <a:latin typeface="Arial"/>
                <a:cs typeface="Aria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Text Placeholder 9"/>
          <p:cNvSpPr>
            <a:spLocks noGrp="1"/>
          </p:cNvSpPr>
          <p:nvPr>
            <p:ph type="body" sz="quarter" idx="13" hasCustomPrompt="1"/>
          </p:nvPr>
        </p:nvSpPr>
        <p:spPr>
          <a:xfrm>
            <a:off x="457200" y="702470"/>
            <a:ext cx="8321442" cy="288131"/>
          </a:xfrm>
          <a:prstGeom prst="rect">
            <a:avLst/>
          </a:prstGeom>
        </p:spPr>
        <p:txBody>
          <a:bodyPr>
            <a:normAutofit/>
          </a:bodyPr>
          <a:lstStyle>
            <a:lvl1pPr marL="0" indent="0">
              <a:buNone/>
              <a:defRPr sz="1200" baseline="0">
                <a:solidFill>
                  <a:srgbClr val="556169"/>
                </a:solidFill>
                <a:latin typeface="Georgia"/>
                <a:cs typeface="Georgia"/>
              </a:defRPr>
            </a:lvl1pPr>
          </a:lstStyle>
          <a:p>
            <a:pPr lvl="0"/>
            <a:r>
              <a:rPr lang="en-US" dirty="0"/>
              <a:t>Sub line / Content Title goes here</a:t>
            </a:r>
          </a:p>
        </p:txBody>
      </p:sp>
      <p:cxnSp>
        <p:nvCxnSpPr>
          <p:cNvPr id="12" name="Straight Connector 11"/>
          <p:cNvCxnSpPr/>
          <p:nvPr userDrawn="1"/>
        </p:nvCxnSpPr>
        <p:spPr>
          <a:xfrm>
            <a:off x="0" y="658502"/>
            <a:ext cx="9180000" cy="0"/>
          </a:xfrm>
          <a:prstGeom prst="line">
            <a:avLst/>
          </a:prstGeom>
          <a:ln w="6350" cmpd="sng">
            <a:solidFill>
              <a:srgbClr val="000000"/>
            </a:solidFill>
          </a:ln>
        </p:spPr>
        <p:style>
          <a:lnRef idx="1">
            <a:schemeClr val="accent1"/>
          </a:lnRef>
          <a:fillRef idx="0">
            <a:schemeClr val="accent1"/>
          </a:fillRef>
          <a:effectRef idx="0">
            <a:schemeClr val="accent1"/>
          </a:effectRef>
          <a:fontRef idx="minor">
            <a:schemeClr val="tx1"/>
          </a:fontRef>
        </p:style>
      </p:cxnSp>
      <p:sp>
        <p:nvSpPr>
          <p:cNvPr id="7" name="Picture Placeholder 6"/>
          <p:cNvSpPr>
            <a:spLocks noGrp="1"/>
          </p:cNvSpPr>
          <p:nvPr>
            <p:ph type="pic" sz="quarter" idx="14" hasCustomPrompt="1"/>
          </p:nvPr>
        </p:nvSpPr>
        <p:spPr>
          <a:xfrm>
            <a:off x="5119689" y="1200151"/>
            <a:ext cx="1229962" cy="1143389"/>
          </a:xfrm>
        </p:spPr>
        <p:txBody>
          <a:bodyPr>
            <a:normAutofit/>
          </a:bodyPr>
          <a:lstStyle>
            <a:lvl1pPr>
              <a:defRPr sz="750" baseline="0"/>
            </a:lvl1pPr>
          </a:lstStyle>
          <a:p>
            <a:r>
              <a:rPr lang="en-US" dirty="0"/>
              <a:t>Drop picture 1 here.</a:t>
            </a:r>
          </a:p>
        </p:txBody>
      </p:sp>
      <p:sp>
        <p:nvSpPr>
          <p:cNvPr id="14" name="Picture Placeholder 6"/>
          <p:cNvSpPr>
            <a:spLocks noGrp="1"/>
          </p:cNvSpPr>
          <p:nvPr>
            <p:ph type="pic" sz="quarter" idx="15" hasCustomPrompt="1"/>
          </p:nvPr>
        </p:nvSpPr>
        <p:spPr>
          <a:xfrm>
            <a:off x="6502050" y="1200150"/>
            <a:ext cx="2276592" cy="1143389"/>
          </a:xfrm>
        </p:spPr>
        <p:txBody>
          <a:bodyPr>
            <a:normAutofit/>
          </a:bodyPr>
          <a:lstStyle>
            <a:lvl1pPr>
              <a:defRPr sz="750"/>
            </a:lvl1pPr>
          </a:lstStyle>
          <a:p>
            <a:r>
              <a:rPr lang="en-US" dirty="0"/>
              <a:t>Drop picture 2 here.</a:t>
            </a:r>
          </a:p>
        </p:txBody>
      </p:sp>
      <p:sp>
        <p:nvSpPr>
          <p:cNvPr id="15" name="Picture Placeholder 6"/>
          <p:cNvSpPr>
            <a:spLocks noGrp="1"/>
          </p:cNvSpPr>
          <p:nvPr>
            <p:ph type="pic" sz="quarter" idx="16" hasCustomPrompt="1"/>
          </p:nvPr>
        </p:nvSpPr>
        <p:spPr>
          <a:xfrm>
            <a:off x="5119689" y="2457839"/>
            <a:ext cx="3658954" cy="2136784"/>
          </a:xfrm>
        </p:spPr>
        <p:txBody>
          <a:bodyPr>
            <a:normAutofit/>
          </a:bodyPr>
          <a:lstStyle>
            <a:lvl1pPr>
              <a:defRPr sz="750" baseline="0"/>
            </a:lvl1pPr>
          </a:lstStyle>
          <a:p>
            <a:r>
              <a:rPr lang="en-US" dirty="0"/>
              <a:t>Drop picture 3 here.</a:t>
            </a:r>
          </a:p>
        </p:txBody>
      </p:sp>
      <p:pic>
        <p:nvPicPr>
          <p:cNvPr id="13" name="Picture 12"/>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7706776" y="51575"/>
            <a:ext cx="1350038" cy="546119"/>
          </a:xfrm>
          <a:prstGeom prst="rect">
            <a:avLst/>
          </a:prstGeom>
        </p:spPr>
      </p:pic>
    </p:spTree>
    <p:extLst>
      <p:ext uri="{BB962C8B-B14F-4D97-AF65-F5344CB8AC3E}">
        <p14:creationId xmlns:p14="http://schemas.microsoft.com/office/powerpoint/2010/main" val="237681627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UniOfSurrey - Standard Slide with Image Left">
    <p:spTree>
      <p:nvGrpSpPr>
        <p:cNvPr id="1" name=""/>
        <p:cNvGrpSpPr/>
        <p:nvPr/>
      </p:nvGrpSpPr>
      <p:grpSpPr>
        <a:xfrm>
          <a:off x="0" y="0"/>
          <a:ext cx="0" cy="0"/>
          <a:chOff x="0" y="0"/>
          <a:chExt cx="0" cy="0"/>
        </a:xfrm>
      </p:grpSpPr>
      <p:sp>
        <p:nvSpPr>
          <p:cNvPr id="11" name="Rectangle 10"/>
          <p:cNvSpPr/>
          <p:nvPr userDrawn="1"/>
        </p:nvSpPr>
        <p:spPr>
          <a:xfrm>
            <a:off x="0" y="4931545"/>
            <a:ext cx="9144000" cy="211955"/>
          </a:xfrm>
          <a:prstGeom prst="rect">
            <a:avLst/>
          </a:prstGeom>
          <a:solidFill>
            <a:srgbClr val="008A85"/>
          </a:solidFill>
          <a:ln>
            <a:solidFill>
              <a:srgbClr val="008A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2" name="Title 1"/>
          <p:cNvSpPr>
            <a:spLocks noGrp="1"/>
          </p:cNvSpPr>
          <p:nvPr>
            <p:ph type="title" hasCustomPrompt="1"/>
          </p:nvPr>
        </p:nvSpPr>
        <p:spPr/>
        <p:txBody>
          <a:bodyPr/>
          <a:lstStyle>
            <a:lvl1pPr>
              <a:defRPr>
                <a:solidFill>
                  <a:srgbClr val="000000"/>
                </a:solidFill>
              </a:defRPr>
            </a:lvl1pPr>
          </a:lstStyle>
          <a:p>
            <a:r>
              <a:rPr lang="en-GB" dirty="0"/>
              <a:t>Headline title goes here</a:t>
            </a:r>
            <a:endParaRPr lang="en-US" dirty="0"/>
          </a:p>
        </p:txBody>
      </p:sp>
      <p:sp>
        <p:nvSpPr>
          <p:cNvPr id="3" name="Content Placeholder 2"/>
          <p:cNvSpPr>
            <a:spLocks noGrp="1"/>
          </p:cNvSpPr>
          <p:nvPr>
            <p:ph idx="1"/>
          </p:nvPr>
        </p:nvSpPr>
        <p:spPr>
          <a:xfrm>
            <a:off x="4294626" y="1228532"/>
            <a:ext cx="4507928" cy="3394472"/>
          </a:xfrm>
          <a:prstGeom prst="rect">
            <a:avLst/>
          </a:prstGeom>
        </p:spPr>
        <p:txBody>
          <a:bodyPr>
            <a:normAutofit/>
          </a:bodyPr>
          <a:lstStyle>
            <a:lvl1pPr>
              <a:defRPr sz="1350">
                <a:solidFill>
                  <a:schemeClr val="tx1">
                    <a:lumMod val="50000"/>
                  </a:schemeClr>
                </a:solidFill>
                <a:latin typeface="Arial"/>
                <a:cs typeface="Arial"/>
              </a:defRPr>
            </a:lvl1pPr>
            <a:lvl2pPr>
              <a:defRPr sz="1350">
                <a:solidFill>
                  <a:srgbClr val="008A85"/>
                </a:solidFill>
                <a:latin typeface="Arial"/>
                <a:cs typeface="Arial"/>
              </a:defRPr>
            </a:lvl2pPr>
            <a:lvl3pPr>
              <a:defRPr sz="1350">
                <a:solidFill>
                  <a:srgbClr val="556169"/>
                </a:solidFill>
                <a:latin typeface="Arial"/>
                <a:cs typeface="Arial"/>
              </a:defRPr>
            </a:lvl3pPr>
            <a:lvl4pPr>
              <a:defRPr sz="1350">
                <a:solidFill>
                  <a:srgbClr val="008A85"/>
                </a:solidFill>
                <a:latin typeface="Arial"/>
                <a:cs typeface="Arial"/>
              </a:defRPr>
            </a:lvl4pPr>
            <a:lvl5pPr>
              <a:defRPr sz="1350">
                <a:solidFill>
                  <a:srgbClr val="556169"/>
                </a:solidFill>
                <a:latin typeface="Arial"/>
                <a:cs typeface="Aria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Text Placeholder 9"/>
          <p:cNvSpPr>
            <a:spLocks noGrp="1"/>
          </p:cNvSpPr>
          <p:nvPr>
            <p:ph type="body" sz="quarter" idx="13" hasCustomPrompt="1"/>
          </p:nvPr>
        </p:nvSpPr>
        <p:spPr>
          <a:xfrm>
            <a:off x="457200" y="702470"/>
            <a:ext cx="8321442" cy="288131"/>
          </a:xfrm>
          <a:prstGeom prst="rect">
            <a:avLst/>
          </a:prstGeom>
        </p:spPr>
        <p:txBody>
          <a:bodyPr>
            <a:normAutofit/>
          </a:bodyPr>
          <a:lstStyle>
            <a:lvl1pPr marL="0" indent="0">
              <a:buNone/>
              <a:defRPr sz="1200" baseline="0">
                <a:solidFill>
                  <a:srgbClr val="556169"/>
                </a:solidFill>
                <a:latin typeface="Georgia"/>
                <a:cs typeface="Georgia"/>
              </a:defRPr>
            </a:lvl1pPr>
          </a:lstStyle>
          <a:p>
            <a:pPr lvl="0"/>
            <a:r>
              <a:rPr lang="en-US" dirty="0"/>
              <a:t>Sub line / Content Title goes here</a:t>
            </a:r>
          </a:p>
        </p:txBody>
      </p:sp>
      <p:cxnSp>
        <p:nvCxnSpPr>
          <p:cNvPr id="12" name="Straight Connector 11"/>
          <p:cNvCxnSpPr/>
          <p:nvPr userDrawn="1"/>
        </p:nvCxnSpPr>
        <p:spPr>
          <a:xfrm>
            <a:off x="0" y="658502"/>
            <a:ext cx="9180000" cy="0"/>
          </a:xfrm>
          <a:prstGeom prst="line">
            <a:avLst/>
          </a:prstGeom>
          <a:ln w="6350" cmpd="sng">
            <a:solidFill>
              <a:srgbClr val="000000"/>
            </a:solidFill>
          </a:ln>
        </p:spPr>
        <p:style>
          <a:lnRef idx="1">
            <a:schemeClr val="accent1"/>
          </a:lnRef>
          <a:fillRef idx="0">
            <a:schemeClr val="accent1"/>
          </a:fillRef>
          <a:effectRef idx="0">
            <a:schemeClr val="accent1"/>
          </a:effectRef>
          <a:fontRef idx="minor">
            <a:schemeClr val="tx1"/>
          </a:fontRef>
        </p:style>
      </p:cxnSp>
      <p:sp>
        <p:nvSpPr>
          <p:cNvPr id="7" name="Picture Placeholder 6"/>
          <p:cNvSpPr>
            <a:spLocks noGrp="1"/>
          </p:cNvSpPr>
          <p:nvPr>
            <p:ph type="pic" sz="quarter" idx="14" hasCustomPrompt="1"/>
          </p:nvPr>
        </p:nvSpPr>
        <p:spPr>
          <a:xfrm>
            <a:off x="457201" y="1228532"/>
            <a:ext cx="3683000" cy="3394472"/>
          </a:xfrm>
        </p:spPr>
        <p:txBody>
          <a:bodyPr>
            <a:normAutofit/>
          </a:bodyPr>
          <a:lstStyle>
            <a:lvl1pPr>
              <a:defRPr sz="1500"/>
            </a:lvl1pPr>
          </a:lstStyle>
          <a:p>
            <a:r>
              <a:rPr lang="en-US" dirty="0"/>
              <a:t>Drop picture here</a:t>
            </a:r>
          </a:p>
        </p:txBody>
      </p:sp>
      <p:pic>
        <p:nvPicPr>
          <p:cNvPr id="13" name="Picture 12"/>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7706776" y="51575"/>
            <a:ext cx="1350038" cy="546119"/>
          </a:xfrm>
          <a:prstGeom prst="rect">
            <a:avLst/>
          </a:prstGeom>
        </p:spPr>
      </p:pic>
    </p:spTree>
    <p:extLst>
      <p:ext uri="{BB962C8B-B14F-4D97-AF65-F5344CB8AC3E}">
        <p14:creationId xmlns:p14="http://schemas.microsoft.com/office/powerpoint/2010/main" val="371326318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UniOfSurrey - Standard Slide with 3 Image Left">
    <p:spTree>
      <p:nvGrpSpPr>
        <p:cNvPr id="1" name=""/>
        <p:cNvGrpSpPr/>
        <p:nvPr/>
      </p:nvGrpSpPr>
      <p:grpSpPr>
        <a:xfrm>
          <a:off x="0" y="0"/>
          <a:ext cx="0" cy="0"/>
          <a:chOff x="0" y="0"/>
          <a:chExt cx="0" cy="0"/>
        </a:xfrm>
      </p:grpSpPr>
      <p:sp>
        <p:nvSpPr>
          <p:cNvPr id="11" name="Rectangle 10"/>
          <p:cNvSpPr/>
          <p:nvPr userDrawn="1"/>
        </p:nvSpPr>
        <p:spPr>
          <a:xfrm>
            <a:off x="0" y="4931545"/>
            <a:ext cx="9144000" cy="211955"/>
          </a:xfrm>
          <a:prstGeom prst="rect">
            <a:avLst/>
          </a:prstGeom>
          <a:solidFill>
            <a:srgbClr val="008A85"/>
          </a:solidFill>
          <a:ln>
            <a:solidFill>
              <a:srgbClr val="008A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2" name="Title 1"/>
          <p:cNvSpPr>
            <a:spLocks noGrp="1"/>
          </p:cNvSpPr>
          <p:nvPr>
            <p:ph type="title" hasCustomPrompt="1"/>
          </p:nvPr>
        </p:nvSpPr>
        <p:spPr/>
        <p:txBody>
          <a:bodyPr/>
          <a:lstStyle>
            <a:lvl1pPr>
              <a:defRPr>
                <a:solidFill>
                  <a:srgbClr val="000000"/>
                </a:solidFill>
              </a:defRPr>
            </a:lvl1pPr>
          </a:lstStyle>
          <a:p>
            <a:r>
              <a:rPr lang="en-GB" dirty="0"/>
              <a:t>Headline title goes here</a:t>
            </a:r>
            <a:endParaRPr lang="en-US" dirty="0"/>
          </a:p>
        </p:txBody>
      </p:sp>
      <p:sp>
        <p:nvSpPr>
          <p:cNvPr id="3" name="Content Placeholder 2"/>
          <p:cNvSpPr>
            <a:spLocks noGrp="1"/>
          </p:cNvSpPr>
          <p:nvPr>
            <p:ph idx="1"/>
          </p:nvPr>
        </p:nvSpPr>
        <p:spPr>
          <a:xfrm>
            <a:off x="4294626" y="1228532"/>
            <a:ext cx="4507928" cy="3394472"/>
          </a:xfrm>
          <a:prstGeom prst="rect">
            <a:avLst/>
          </a:prstGeom>
        </p:spPr>
        <p:txBody>
          <a:bodyPr>
            <a:normAutofit/>
          </a:bodyPr>
          <a:lstStyle>
            <a:lvl1pPr>
              <a:defRPr sz="1350">
                <a:solidFill>
                  <a:schemeClr val="tx1">
                    <a:lumMod val="50000"/>
                  </a:schemeClr>
                </a:solidFill>
                <a:latin typeface="Arial"/>
                <a:cs typeface="Arial"/>
              </a:defRPr>
            </a:lvl1pPr>
            <a:lvl2pPr>
              <a:defRPr sz="1350">
                <a:solidFill>
                  <a:srgbClr val="008A85"/>
                </a:solidFill>
                <a:latin typeface="Arial"/>
                <a:cs typeface="Arial"/>
              </a:defRPr>
            </a:lvl2pPr>
            <a:lvl3pPr>
              <a:defRPr sz="1350">
                <a:solidFill>
                  <a:srgbClr val="556169"/>
                </a:solidFill>
                <a:latin typeface="Arial"/>
                <a:cs typeface="Arial"/>
              </a:defRPr>
            </a:lvl3pPr>
            <a:lvl4pPr>
              <a:defRPr sz="1350">
                <a:solidFill>
                  <a:srgbClr val="008A85"/>
                </a:solidFill>
                <a:latin typeface="Arial"/>
                <a:cs typeface="Arial"/>
              </a:defRPr>
            </a:lvl4pPr>
            <a:lvl5pPr>
              <a:defRPr sz="1350">
                <a:solidFill>
                  <a:srgbClr val="556169"/>
                </a:solidFill>
                <a:latin typeface="Arial"/>
                <a:cs typeface="Aria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Text Placeholder 9"/>
          <p:cNvSpPr>
            <a:spLocks noGrp="1"/>
          </p:cNvSpPr>
          <p:nvPr>
            <p:ph type="body" sz="quarter" idx="13" hasCustomPrompt="1"/>
          </p:nvPr>
        </p:nvSpPr>
        <p:spPr>
          <a:xfrm>
            <a:off x="457200" y="702470"/>
            <a:ext cx="8321442" cy="288131"/>
          </a:xfrm>
          <a:prstGeom prst="rect">
            <a:avLst/>
          </a:prstGeom>
        </p:spPr>
        <p:txBody>
          <a:bodyPr>
            <a:normAutofit/>
          </a:bodyPr>
          <a:lstStyle>
            <a:lvl1pPr marL="0" indent="0">
              <a:buNone/>
              <a:defRPr sz="1200" baseline="0">
                <a:solidFill>
                  <a:srgbClr val="556169"/>
                </a:solidFill>
                <a:latin typeface="Georgia"/>
                <a:cs typeface="Georgia"/>
              </a:defRPr>
            </a:lvl1pPr>
          </a:lstStyle>
          <a:p>
            <a:pPr lvl="0"/>
            <a:r>
              <a:rPr lang="en-US" dirty="0"/>
              <a:t>Sub line / Content Title goes here</a:t>
            </a:r>
          </a:p>
        </p:txBody>
      </p:sp>
      <p:cxnSp>
        <p:nvCxnSpPr>
          <p:cNvPr id="12" name="Straight Connector 11"/>
          <p:cNvCxnSpPr/>
          <p:nvPr userDrawn="1"/>
        </p:nvCxnSpPr>
        <p:spPr>
          <a:xfrm>
            <a:off x="0" y="658502"/>
            <a:ext cx="9180000" cy="0"/>
          </a:xfrm>
          <a:prstGeom prst="line">
            <a:avLst/>
          </a:prstGeom>
          <a:ln w="6350" cmpd="sng">
            <a:solidFill>
              <a:srgbClr val="000000"/>
            </a:solidFill>
          </a:ln>
        </p:spPr>
        <p:style>
          <a:lnRef idx="1">
            <a:schemeClr val="accent1"/>
          </a:lnRef>
          <a:fillRef idx="0">
            <a:schemeClr val="accent1"/>
          </a:fillRef>
          <a:effectRef idx="0">
            <a:schemeClr val="accent1"/>
          </a:effectRef>
          <a:fontRef idx="minor">
            <a:schemeClr val="tx1"/>
          </a:fontRef>
        </p:style>
      </p:cxnSp>
      <p:sp>
        <p:nvSpPr>
          <p:cNvPr id="14" name="Picture Placeholder 6"/>
          <p:cNvSpPr>
            <a:spLocks noGrp="1"/>
          </p:cNvSpPr>
          <p:nvPr>
            <p:ph type="pic" sz="quarter" idx="14" hasCustomPrompt="1"/>
          </p:nvPr>
        </p:nvSpPr>
        <p:spPr>
          <a:xfrm>
            <a:off x="457200" y="1241792"/>
            <a:ext cx="1229962" cy="1143389"/>
          </a:xfrm>
        </p:spPr>
        <p:txBody>
          <a:bodyPr>
            <a:normAutofit/>
          </a:bodyPr>
          <a:lstStyle>
            <a:lvl1pPr>
              <a:defRPr sz="750" baseline="0"/>
            </a:lvl1pPr>
          </a:lstStyle>
          <a:p>
            <a:r>
              <a:rPr lang="en-US" dirty="0"/>
              <a:t>Drop picture 1 here.</a:t>
            </a:r>
          </a:p>
        </p:txBody>
      </p:sp>
      <p:sp>
        <p:nvSpPr>
          <p:cNvPr id="15" name="Picture Placeholder 6"/>
          <p:cNvSpPr>
            <a:spLocks noGrp="1"/>
          </p:cNvSpPr>
          <p:nvPr>
            <p:ph type="pic" sz="quarter" idx="15" hasCustomPrompt="1"/>
          </p:nvPr>
        </p:nvSpPr>
        <p:spPr>
          <a:xfrm>
            <a:off x="1839562" y="1241791"/>
            <a:ext cx="2276592" cy="1143389"/>
          </a:xfrm>
        </p:spPr>
        <p:txBody>
          <a:bodyPr>
            <a:normAutofit/>
          </a:bodyPr>
          <a:lstStyle>
            <a:lvl1pPr>
              <a:defRPr sz="750"/>
            </a:lvl1pPr>
          </a:lstStyle>
          <a:p>
            <a:r>
              <a:rPr lang="en-US" dirty="0"/>
              <a:t>Drop picture 2 here.</a:t>
            </a:r>
          </a:p>
        </p:txBody>
      </p:sp>
      <p:sp>
        <p:nvSpPr>
          <p:cNvPr id="16" name="Picture Placeholder 6"/>
          <p:cNvSpPr>
            <a:spLocks noGrp="1"/>
          </p:cNvSpPr>
          <p:nvPr>
            <p:ph type="pic" sz="quarter" idx="16" hasCustomPrompt="1"/>
          </p:nvPr>
        </p:nvSpPr>
        <p:spPr>
          <a:xfrm>
            <a:off x="457200" y="2499480"/>
            <a:ext cx="3658954" cy="2136784"/>
          </a:xfrm>
        </p:spPr>
        <p:txBody>
          <a:bodyPr>
            <a:normAutofit/>
          </a:bodyPr>
          <a:lstStyle>
            <a:lvl1pPr>
              <a:defRPr sz="750" baseline="0"/>
            </a:lvl1pPr>
          </a:lstStyle>
          <a:p>
            <a:r>
              <a:rPr lang="en-US" dirty="0"/>
              <a:t>Drop picture 3 here.</a:t>
            </a:r>
          </a:p>
        </p:txBody>
      </p:sp>
      <p:pic>
        <p:nvPicPr>
          <p:cNvPr id="13" name="Picture 12"/>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7706776" y="51575"/>
            <a:ext cx="1350038" cy="546119"/>
          </a:xfrm>
          <a:prstGeom prst="rect">
            <a:avLst/>
          </a:prstGeom>
        </p:spPr>
      </p:pic>
    </p:spTree>
    <p:extLst>
      <p:ext uri="{BB962C8B-B14F-4D97-AF65-F5344CB8AC3E}">
        <p14:creationId xmlns:p14="http://schemas.microsoft.com/office/powerpoint/2010/main" val="290595199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UniOfSurrey - Standard Slide with 3 Image Left">
    <p:spTree>
      <p:nvGrpSpPr>
        <p:cNvPr id="1" name=""/>
        <p:cNvGrpSpPr/>
        <p:nvPr/>
      </p:nvGrpSpPr>
      <p:grpSpPr>
        <a:xfrm>
          <a:off x="0" y="0"/>
          <a:ext cx="0" cy="0"/>
          <a:chOff x="0" y="0"/>
          <a:chExt cx="0" cy="0"/>
        </a:xfrm>
      </p:grpSpPr>
      <p:sp>
        <p:nvSpPr>
          <p:cNvPr id="11" name="Rectangle 10"/>
          <p:cNvSpPr/>
          <p:nvPr userDrawn="1"/>
        </p:nvSpPr>
        <p:spPr>
          <a:xfrm>
            <a:off x="0" y="4931545"/>
            <a:ext cx="9144000" cy="211955"/>
          </a:xfrm>
          <a:prstGeom prst="rect">
            <a:avLst/>
          </a:prstGeom>
          <a:solidFill>
            <a:srgbClr val="008A85"/>
          </a:solidFill>
          <a:ln>
            <a:solidFill>
              <a:srgbClr val="008A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2" name="Title 1"/>
          <p:cNvSpPr>
            <a:spLocks noGrp="1"/>
          </p:cNvSpPr>
          <p:nvPr>
            <p:ph type="title" hasCustomPrompt="1"/>
          </p:nvPr>
        </p:nvSpPr>
        <p:spPr/>
        <p:txBody>
          <a:bodyPr/>
          <a:lstStyle>
            <a:lvl1pPr>
              <a:defRPr>
                <a:solidFill>
                  <a:srgbClr val="000000"/>
                </a:solidFill>
              </a:defRPr>
            </a:lvl1pPr>
          </a:lstStyle>
          <a:p>
            <a:r>
              <a:rPr lang="en-GB" dirty="0"/>
              <a:t>Headline title goes here</a:t>
            </a:r>
            <a:endParaRPr lang="en-US" dirty="0"/>
          </a:p>
        </p:txBody>
      </p:sp>
      <p:sp>
        <p:nvSpPr>
          <p:cNvPr id="3" name="Content Placeholder 2"/>
          <p:cNvSpPr>
            <a:spLocks noGrp="1"/>
          </p:cNvSpPr>
          <p:nvPr>
            <p:ph idx="1"/>
          </p:nvPr>
        </p:nvSpPr>
        <p:spPr>
          <a:xfrm>
            <a:off x="457200" y="1232374"/>
            <a:ext cx="4507928" cy="3394472"/>
          </a:xfrm>
          <a:prstGeom prst="rect">
            <a:avLst/>
          </a:prstGeom>
        </p:spPr>
        <p:txBody>
          <a:bodyPr>
            <a:normAutofit/>
          </a:bodyPr>
          <a:lstStyle>
            <a:lvl1pPr>
              <a:defRPr sz="1350">
                <a:solidFill>
                  <a:schemeClr val="tx1">
                    <a:lumMod val="50000"/>
                  </a:schemeClr>
                </a:solidFill>
                <a:latin typeface="Arial"/>
                <a:cs typeface="Arial"/>
              </a:defRPr>
            </a:lvl1pPr>
            <a:lvl2pPr>
              <a:defRPr sz="1350">
                <a:solidFill>
                  <a:srgbClr val="008A85"/>
                </a:solidFill>
                <a:latin typeface="Arial"/>
                <a:cs typeface="Arial"/>
              </a:defRPr>
            </a:lvl2pPr>
            <a:lvl3pPr>
              <a:defRPr sz="1350">
                <a:solidFill>
                  <a:srgbClr val="556169"/>
                </a:solidFill>
                <a:latin typeface="Arial"/>
                <a:cs typeface="Arial"/>
              </a:defRPr>
            </a:lvl3pPr>
            <a:lvl4pPr>
              <a:defRPr sz="1350">
                <a:solidFill>
                  <a:srgbClr val="008A85"/>
                </a:solidFill>
                <a:latin typeface="Arial"/>
                <a:cs typeface="Arial"/>
              </a:defRPr>
            </a:lvl4pPr>
            <a:lvl5pPr>
              <a:defRPr sz="1350">
                <a:solidFill>
                  <a:srgbClr val="556169"/>
                </a:solidFill>
                <a:latin typeface="Arial"/>
                <a:cs typeface="Aria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Text Placeholder 9"/>
          <p:cNvSpPr>
            <a:spLocks noGrp="1"/>
          </p:cNvSpPr>
          <p:nvPr>
            <p:ph type="body" sz="quarter" idx="13" hasCustomPrompt="1"/>
          </p:nvPr>
        </p:nvSpPr>
        <p:spPr>
          <a:xfrm>
            <a:off x="457200" y="702470"/>
            <a:ext cx="8321442" cy="288131"/>
          </a:xfrm>
          <a:prstGeom prst="rect">
            <a:avLst/>
          </a:prstGeom>
        </p:spPr>
        <p:txBody>
          <a:bodyPr>
            <a:normAutofit/>
          </a:bodyPr>
          <a:lstStyle>
            <a:lvl1pPr marL="0" indent="0">
              <a:buNone/>
              <a:defRPr sz="1200" baseline="0">
                <a:solidFill>
                  <a:srgbClr val="556169"/>
                </a:solidFill>
                <a:latin typeface="Georgia"/>
                <a:cs typeface="Georgia"/>
              </a:defRPr>
            </a:lvl1pPr>
          </a:lstStyle>
          <a:p>
            <a:pPr lvl="0"/>
            <a:r>
              <a:rPr lang="en-US" dirty="0"/>
              <a:t>Sub line / Content Title goes here</a:t>
            </a:r>
          </a:p>
        </p:txBody>
      </p:sp>
      <p:cxnSp>
        <p:nvCxnSpPr>
          <p:cNvPr id="12" name="Straight Connector 11"/>
          <p:cNvCxnSpPr/>
          <p:nvPr userDrawn="1"/>
        </p:nvCxnSpPr>
        <p:spPr>
          <a:xfrm>
            <a:off x="0" y="658502"/>
            <a:ext cx="9180000" cy="0"/>
          </a:xfrm>
          <a:prstGeom prst="line">
            <a:avLst/>
          </a:prstGeom>
          <a:ln w="6350" cmpd="sng">
            <a:solidFill>
              <a:srgbClr val="000000"/>
            </a:solidFill>
          </a:ln>
        </p:spPr>
        <p:style>
          <a:lnRef idx="1">
            <a:schemeClr val="accent1"/>
          </a:lnRef>
          <a:fillRef idx="0">
            <a:schemeClr val="accent1"/>
          </a:fillRef>
          <a:effectRef idx="0">
            <a:schemeClr val="accent1"/>
          </a:effectRef>
          <a:fontRef idx="minor">
            <a:schemeClr val="tx1"/>
          </a:fontRef>
        </p:style>
      </p:cxnSp>
      <p:sp>
        <p:nvSpPr>
          <p:cNvPr id="7" name="Chart Placeholder 6"/>
          <p:cNvSpPr>
            <a:spLocks noGrp="1"/>
          </p:cNvSpPr>
          <p:nvPr>
            <p:ph type="chart" sz="quarter" idx="14" hasCustomPrompt="1"/>
          </p:nvPr>
        </p:nvSpPr>
        <p:spPr>
          <a:xfrm>
            <a:off x="5100639" y="1232297"/>
            <a:ext cx="3702050" cy="3394472"/>
          </a:xfrm>
        </p:spPr>
        <p:txBody>
          <a:bodyPr>
            <a:normAutofit/>
          </a:bodyPr>
          <a:lstStyle>
            <a:lvl1pPr>
              <a:defRPr sz="1500" baseline="0"/>
            </a:lvl1pPr>
          </a:lstStyle>
          <a:p>
            <a:r>
              <a:rPr lang="en-US" dirty="0"/>
              <a:t>Insert Chart</a:t>
            </a:r>
          </a:p>
        </p:txBody>
      </p:sp>
      <p:pic>
        <p:nvPicPr>
          <p:cNvPr id="13" name="Picture 12"/>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7706776" y="51575"/>
            <a:ext cx="1350038" cy="546119"/>
          </a:xfrm>
          <a:prstGeom prst="rect">
            <a:avLst/>
          </a:prstGeom>
        </p:spPr>
      </p:pic>
    </p:spTree>
    <p:extLst>
      <p:ext uri="{BB962C8B-B14F-4D97-AF65-F5344CB8AC3E}">
        <p14:creationId xmlns:p14="http://schemas.microsoft.com/office/powerpoint/2010/main" val="220459934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_UniOfSurrey - Standard Slide with 3 Image Left">
    <p:spTree>
      <p:nvGrpSpPr>
        <p:cNvPr id="1" name=""/>
        <p:cNvGrpSpPr/>
        <p:nvPr/>
      </p:nvGrpSpPr>
      <p:grpSpPr>
        <a:xfrm>
          <a:off x="0" y="0"/>
          <a:ext cx="0" cy="0"/>
          <a:chOff x="0" y="0"/>
          <a:chExt cx="0" cy="0"/>
        </a:xfrm>
      </p:grpSpPr>
      <p:sp>
        <p:nvSpPr>
          <p:cNvPr id="11" name="Rectangle 10"/>
          <p:cNvSpPr/>
          <p:nvPr userDrawn="1"/>
        </p:nvSpPr>
        <p:spPr>
          <a:xfrm>
            <a:off x="0" y="4931545"/>
            <a:ext cx="9144000" cy="211955"/>
          </a:xfrm>
          <a:prstGeom prst="rect">
            <a:avLst/>
          </a:prstGeom>
          <a:solidFill>
            <a:srgbClr val="008A85"/>
          </a:solidFill>
          <a:ln>
            <a:solidFill>
              <a:srgbClr val="008A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2" name="Title 1"/>
          <p:cNvSpPr>
            <a:spLocks noGrp="1"/>
          </p:cNvSpPr>
          <p:nvPr>
            <p:ph type="title" hasCustomPrompt="1"/>
          </p:nvPr>
        </p:nvSpPr>
        <p:spPr/>
        <p:txBody>
          <a:bodyPr/>
          <a:lstStyle>
            <a:lvl1pPr>
              <a:defRPr>
                <a:solidFill>
                  <a:srgbClr val="000000"/>
                </a:solidFill>
              </a:defRPr>
            </a:lvl1pPr>
          </a:lstStyle>
          <a:p>
            <a:r>
              <a:rPr lang="en-GB" dirty="0"/>
              <a:t>Headline title goes here</a:t>
            </a:r>
            <a:endParaRPr lang="en-US" dirty="0"/>
          </a:p>
        </p:txBody>
      </p:sp>
      <p:sp>
        <p:nvSpPr>
          <p:cNvPr id="3" name="Content Placeholder 2"/>
          <p:cNvSpPr>
            <a:spLocks noGrp="1"/>
          </p:cNvSpPr>
          <p:nvPr>
            <p:ph idx="1"/>
          </p:nvPr>
        </p:nvSpPr>
        <p:spPr>
          <a:xfrm>
            <a:off x="457200" y="1232374"/>
            <a:ext cx="4507928" cy="3394472"/>
          </a:xfrm>
          <a:prstGeom prst="rect">
            <a:avLst/>
          </a:prstGeom>
        </p:spPr>
        <p:txBody>
          <a:bodyPr>
            <a:normAutofit/>
          </a:bodyPr>
          <a:lstStyle>
            <a:lvl1pPr>
              <a:defRPr sz="1350">
                <a:solidFill>
                  <a:schemeClr val="tx1">
                    <a:lumMod val="50000"/>
                  </a:schemeClr>
                </a:solidFill>
                <a:latin typeface="Arial"/>
                <a:cs typeface="Arial"/>
              </a:defRPr>
            </a:lvl1pPr>
            <a:lvl2pPr>
              <a:defRPr sz="1350">
                <a:solidFill>
                  <a:srgbClr val="008A85"/>
                </a:solidFill>
                <a:latin typeface="Arial"/>
                <a:cs typeface="Arial"/>
              </a:defRPr>
            </a:lvl2pPr>
            <a:lvl3pPr>
              <a:defRPr sz="1350">
                <a:solidFill>
                  <a:srgbClr val="556169"/>
                </a:solidFill>
                <a:latin typeface="Arial"/>
                <a:cs typeface="Arial"/>
              </a:defRPr>
            </a:lvl3pPr>
            <a:lvl4pPr>
              <a:defRPr sz="1350">
                <a:solidFill>
                  <a:srgbClr val="008A85"/>
                </a:solidFill>
                <a:latin typeface="Arial"/>
                <a:cs typeface="Arial"/>
              </a:defRPr>
            </a:lvl4pPr>
            <a:lvl5pPr>
              <a:defRPr sz="1350">
                <a:solidFill>
                  <a:srgbClr val="556169"/>
                </a:solidFill>
                <a:latin typeface="Arial"/>
                <a:cs typeface="Aria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Text Placeholder 9"/>
          <p:cNvSpPr>
            <a:spLocks noGrp="1"/>
          </p:cNvSpPr>
          <p:nvPr>
            <p:ph type="body" sz="quarter" idx="13" hasCustomPrompt="1"/>
          </p:nvPr>
        </p:nvSpPr>
        <p:spPr>
          <a:xfrm>
            <a:off x="457200" y="702470"/>
            <a:ext cx="8321442" cy="288131"/>
          </a:xfrm>
          <a:prstGeom prst="rect">
            <a:avLst/>
          </a:prstGeom>
        </p:spPr>
        <p:txBody>
          <a:bodyPr>
            <a:normAutofit/>
          </a:bodyPr>
          <a:lstStyle>
            <a:lvl1pPr marL="0" indent="0">
              <a:buNone/>
              <a:defRPr sz="1200" baseline="0">
                <a:solidFill>
                  <a:srgbClr val="556169"/>
                </a:solidFill>
                <a:latin typeface="Georgia"/>
                <a:cs typeface="Georgia"/>
              </a:defRPr>
            </a:lvl1pPr>
          </a:lstStyle>
          <a:p>
            <a:pPr lvl="0"/>
            <a:r>
              <a:rPr lang="en-US" dirty="0"/>
              <a:t>Sub line / Content Title goes here</a:t>
            </a:r>
          </a:p>
        </p:txBody>
      </p:sp>
      <p:cxnSp>
        <p:nvCxnSpPr>
          <p:cNvPr id="12" name="Straight Connector 11"/>
          <p:cNvCxnSpPr/>
          <p:nvPr userDrawn="1"/>
        </p:nvCxnSpPr>
        <p:spPr>
          <a:xfrm>
            <a:off x="0" y="658502"/>
            <a:ext cx="9180000" cy="0"/>
          </a:xfrm>
          <a:prstGeom prst="line">
            <a:avLst/>
          </a:prstGeom>
          <a:ln w="6350" cmpd="sng">
            <a:solidFill>
              <a:srgbClr val="000000"/>
            </a:solidFill>
          </a:ln>
        </p:spPr>
        <p:style>
          <a:lnRef idx="1">
            <a:schemeClr val="accent1"/>
          </a:lnRef>
          <a:fillRef idx="0">
            <a:schemeClr val="accent1"/>
          </a:fillRef>
          <a:effectRef idx="0">
            <a:schemeClr val="accent1"/>
          </a:effectRef>
          <a:fontRef idx="minor">
            <a:schemeClr val="tx1"/>
          </a:fontRef>
        </p:style>
      </p:cxnSp>
      <p:sp>
        <p:nvSpPr>
          <p:cNvPr id="7" name="Chart Placeholder 6"/>
          <p:cNvSpPr>
            <a:spLocks noGrp="1"/>
          </p:cNvSpPr>
          <p:nvPr>
            <p:ph type="chart" sz="quarter" idx="14" hasCustomPrompt="1"/>
          </p:nvPr>
        </p:nvSpPr>
        <p:spPr>
          <a:xfrm>
            <a:off x="5100639" y="1232297"/>
            <a:ext cx="3702050" cy="3394472"/>
          </a:xfrm>
        </p:spPr>
        <p:txBody>
          <a:bodyPr>
            <a:normAutofit/>
          </a:bodyPr>
          <a:lstStyle>
            <a:lvl1pPr>
              <a:defRPr sz="1500" baseline="0"/>
            </a:lvl1pPr>
          </a:lstStyle>
          <a:p>
            <a:r>
              <a:rPr lang="en-US" dirty="0"/>
              <a:t>Insert Chart</a:t>
            </a:r>
          </a:p>
        </p:txBody>
      </p:sp>
      <p:pic>
        <p:nvPicPr>
          <p:cNvPr id="13" name="Picture 12"/>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7706776" y="51575"/>
            <a:ext cx="1350038" cy="546119"/>
          </a:xfrm>
          <a:prstGeom prst="rect">
            <a:avLst/>
          </a:prstGeom>
        </p:spPr>
      </p:pic>
    </p:spTree>
    <p:extLst>
      <p:ext uri="{BB962C8B-B14F-4D97-AF65-F5344CB8AC3E}">
        <p14:creationId xmlns:p14="http://schemas.microsoft.com/office/powerpoint/2010/main" val="291025499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UniOfSurrey - Photo Quote">
    <p:bg>
      <p:bgPr>
        <a:solidFill>
          <a:srgbClr val="008A85"/>
        </a:solidFill>
        <a:effectLst/>
      </p:bgPr>
    </p:bg>
    <p:spTree>
      <p:nvGrpSpPr>
        <p:cNvPr id="1" name=""/>
        <p:cNvGrpSpPr/>
        <p:nvPr/>
      </p:nvGrpSpPr>
      <p:grpSpPr>
        <a:xfrm>
          <a:off x="0" y="0"/>
          <a:ext cx="0" cy="0"/>
          <a:chOff x="0" y="0"/>
          <a:chExt cx="0" cy="0"/>
        </a:xfrm>
      </p:grpSpPr>
      <p:sp>
        <p:nvSpPr>
          <p:cNvPr id="6" name="TextBox 5"/>
          <p:cNvSpPr txBox="1"/>
          <p:nvPr userDrawn="1"/>
        </p:nvSpPr>
        <p:spPr>
          <a:xfrm>
            <a:off x="466517" y="1999473"/>
            <a:ext cx="8345418" cy="507831"/>
          </a:xfrm>
          <a:prstGeom prst="rect">
            <a:avLst/>
          </a:prstGeom>
          <a:noFill/>
        </p:spPr>
        <p:txBody>
          <a:bodyPr wrap="square" rtlCol="0">
            <a:spAutoFit/>
          </a:bodyPr>
          <a:lstStyle/>
          <a:p>
            <a:pPr algn="ctr"/>
            <a:r>
              <a:rPr lang="en-US" sz="2700" dirty="0">
                <a:solidFill>
                  <a:srgbClr val="FFFFFF"/>
                </a:solidFill>
                <a:latin typeface="Georgia"/>
                <a:cs typeface="Georgia"/>
              </a:rPr>
              <a:t>‘This is a</a:t>
            </a:r>
            <a:r>
              <a:rPr lang="en-US" sz="2700" baseline="0" dirty="0">
                <a:solidFill>
                  <a:srgbClr val="FFFFFF"/>
                </a:solidFill>
                <a:latin typeface="Georgia"/>
                <a:cs typeface="Georgia"/>
              </a:rPr>
              <a:t> space for a large format quote</a:t>
            </a:r>
            <a:r>
              <a:rPr lang="en-US" sz="2700" dirty="0">
                <a:solidFill>
                  <a:srgbClr val="FFFFFF"/>
                </a:solidFill>
                <a:latin typeface="Georgia"/>
                <a:cs typeface="Georgia"/>
              </a:rPr>
              <a:t>’</a:t>
            </a:r>
          </a:p>
        </p:txBody>
      </p:sp>
      <p:cxnSp>
        <p:nvCxnSpPr>
          <p:cNvPr id="7" name="Straight Connector 6"/>
          <p:cNvCxnSpPr/>
          <p:nvPr userDrawn="1"/>
        </p:nvCxnSpPr>
        <p:spPr>
          <a:xfrm>
            <a:off x="-21712" y="2996436"/>
            <a:ext cx="9144000" cy="0"/>
          </a:xfrm>
          <a:prstGeom prst="line">
            <a:avLst/>
          </a:prstGeom>
          <a:ln w="12700" cmpd="sng">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8" name="Subtitle 2"/>
          <p:cNvSpPr>
            <a:spLocks noGrp="1"/>
          </p:cNvSpPr>
          <p:nvPr>
            <p:ph type="subTitle" idx="1" hasCustomPrompt="1"/>
          </p:nvPr>
        </p:nvSpPr>
        <p:spPr>
          <a:xfrm>
            <a:off x="1481874" y="3170377"/>
            <a:ext cx="6400800" cy="294560"/>
          </a:xfrm>
        </p:spPr>
        <p:txBody>
          <a:bodyPr>
            <a:normAutofit/>
          </a:bodyPr>
          <a:lstStyle>
            <a:lvl1pPr algn="ctr">
              <a:defRPr baseline="0"/>
            </a:lvl1pPr>
          </a:lstStyle>
          <a:p>
            <a:r>
              <a:rPr lang="en-US" sz="1125" dirty="0">
                <a:solidFill>
                  <a:srgbClr val="FFFFFF"/>
                </a:solidFill>
                <a:latin typeface="Georgia"/>
                <a:cs typeface="Georgia"/>
              </a:rPr>
              <a:t>Attribute the quote here. </a:t>
            </a:r>
          </a:p>
        </p:txBody>
      </p:sp>
    </p:spTree>
    <p:extLst>
      <p:ext uri="{BB962C8B-B14F-4D97-AF65-F5344CB8AC3E}">
        <p14:creationId xmlns:p14="http://schemas.microsoft.com/office/powerpoint/2010/main" val="22638817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normAutofit/>
          </a:bodyPr>
          <a:lstStyle>
            <a:lvl1pPr>
              <a:defRPr sz="1500">
                <a:solidFill>
                  <a:srgbClr val="000000"/>
                </a:solidFill>
                <a:latin typeface="Georgia" panose="02040502050405020303" pitchFamily="18" charset="0"/>
              </a:defRPr>
            </a:lvl1pPr>
            <a:lvl2pPr>
              <a:defRPr sz="1500">
                <a:solidFill>
                  <a:srgbClr val="000000"/>
                </a:solidFill>
                <a:latin typeface="Georgia" panose="02040502050405020303" pitchFamily="18" charset="0"/>
              </a:defRPr>
            </a:lvl2pPr>
            <a:lvl3pPr>
              <a:defRPr sz="1500">
                <a:solidFill>
                  <a:srgbClr val="000000"/>
                </a:solidFill>
                <a:latin typeface="Georgia" panose="02040502050405020303" pitchFamily="18" charset="0"/>
              </a:defRPr>
            </a:lvl3pPr>
            <a:lvl4pPr>
              <a:defRPr sz="1500">
                <a:solidFill>
                  <a:srgbClr val="000000"/>
                </a:solidFill>
                <a:latin typeface="Georgia" panose="02040502050405020303" pitchFamily="18" charset="0"/>
              </a:defRPr>
            </a:lvl4pPr>
            <a:lvl5pPr>
              <a:defRPr sz="1500">
                <a:solidFill>
                  <a:srgbClr val="000000"/>
                </a:solidFill>
                <a:latin typeface="Georgia" panose="02040502050405020303"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Rectangle 6"/>
          <p:cNvSpPr>
            <a:spLocks noGrp="1" noChangeArrowheads="1"/>
          </p:cNvSpPr>
          <p:nvPr>
            <p:ph type="sldNum" sz="quarter" idx="10"/>
          </p:nvPr>
        </p:nvSpPr>
        <p:spPr>
          <a:xfrm>
            <a:off x="6553200" y="4683919"/>
            <a:ext cx="2133600" cy="357188"/>
          </a:xfrm>
          <a:prstGeom prst="rect">
            <a:avLst/>
          </a:prstGeom>
          <a:ln/>
        </p:spPr>
        <p:txBody>
          <a:bodyPr/>
          <a:lstStyle>
            <a:lvl1pPr>
              <a:defRPr/>
            </a:lvl1pPr>
          </a:lstStyle>
          <a:p>
            <a:pPr>
              <a:defRPr/>
            </a:pPr>
            <a:fld id="{2FDF5557-3710-439D-99F6-8BD1933251CC}" type="slidenum">
              <a:rPr lang="en-GB"/>
              <a:pPr>
                <a:defRPr/>
              </a:pPr>
              <a:t>‹Nr.›</a:t>
            </a:fld>
            <a:endParaRPr lang="en-GB"/>
          </a:p>
        </p:txBody>
      </p:sp>
      <p:sp>
        <p:nvSpPr>
          <p:cNvPr id="5" name="Rectangle 33"/>
          <p:cNvSpPr>
            <a:spLocks noGrp="1" noChangeArrowheads="1"/>
          </p:cNvSpPr>
          <p:nvPr>
            <p:ph type="dt" sz="half" idx="11"/>
          </p:nvPr>
        </p:nvSpPr>
        <p:spPr>
          <a:xfrm>
            <a:off x="457200" y="4683919"/>
            <a:ext cx="2133600" cy="357188"/>
          </a:xfrm>
          <a:prstGeom prst="rect">
            <a:avLst/>
          </a:prstGeom>
          <a:ln/>
        </p:spPr>
        <p:txBody>
          <a:bodyPr/>
          <a:lstStyle>
            <a:lvl1pPr>
              <a:defRPr/>
            </a:lvl1pPr>
          </a:lstStyle>
          <a:p>
            <a:pPr>
              <a:defRPr/>
            </a:pPr>
            <a:endParaRPr lang="en-GB"/>
          </a:p>
        </p:txBody>
      </p:sp>
      <p:sp>
        <p:nvSpPr>
          <p:cNvPr id="6" name="Rectangle 34"/>
          <p:cNvSpPr>
            <a:spLocks noGrp="1" noChangeArrowheads="1"/>
          </p:cNvSpPr>
          <p:nvPr>
            <p:ph type="ftr" sz="quarter" idx="12"/>
          </p:nvPr>
        </p:nvSpPr>
        <p:spPr>
          <a:xfrm>
            <a:off x="3124200" y="4683919"/>
            <a:ext cx="2895600" cy="357188"/>
          </a:xfrm>
          <a:prstGeom prst="rect">
            <a:avLst/>
          </a:prstGeom>
          <a:ln/>
        </p:spPr>
        <p:txBody>
          <a:bodyPr/>
          <a:lstStyle>
            <a:lvl1pPr>
              <a:defRPr/>
            </a:lvl1pPr>
          </a:lstStyle>
          <a:p>
            <a:pPr>
              <a:defRPr/>
            </a:pPr>
            <a:endParaRPr lang="en-GB"/>
          </a:p>
        </p:txBody>
      </p:sp>
    </p:spTree>
    <p:extLst>
      <p:ext uri="{BB962C8B-B14F-4D97-AF65-F5344CB8AC3E}">
        <p14:creationId xmlns:p14="http://schemas.microsoft.com/office/powerpoint/2010/main" val="221428998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33153" y="573529"/>
            <a:ext cx="7772400" cy="1021556"/>
          </a:xfrm>
        </p:spPr>
        <p:txBody>
          <a:bodyPr anchor="t"/>
          <a:lstStyle>
            <a:lvl1pPr algn="l">
              <a:defRPr sz="3000" b="1" cap="all"/>
            </a:lvl1pPr>
          </a:lstStyle>
          <a:p>
            <a:r>
              <a:rPr lang="en-US" dirty="0"/>
              <a:t>Click to edit Master title style</a:t>
            </a:r>
            <a:endParaRPr lang="en-GB" dirty="0"/>
          </a:p>
        </p:txBody>
      </p:sp>
      <p:sp>
        <p:nvSpPr>
          <p:cNvPr id="3" name="Text Placeholder 2"/>
          <p:cNvSpPr>
            <a:spLocks noGrp="1"/>
          </p:cNvSpPr>
          <p:nvPr>
            <p:ph type="body" idx="1"/>
          </p:nvPr>
        </p:nvSpPr>
        <p:spPr>
          <a:xfrm>
            <a:off x="755106" y="1869673"/>
            <a:ext cx="7772400" cy="112514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Tree>
    <p:extLst>
      <p:ext uri="{BB962C8B-B14F-4D97-AF65-F5344CB8AC3E}">
        <p14:creationId xmlns:p14="http://schemas.microsoft.com/office/powerpoint/2010/main" val="74180744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31693570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1042988" y="948928"/>
            <a:ext cx="3811587" cy="32420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5006976" y="948928"/>
            <a:ext cx="3813175" cy="32420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6"/>
          <p:cNvSpPr>
            <a:spLocks noGrp="1" noChangeArrowheads="1"/>
          </p:cNvSpPr>
          <p:nvPr>
            <p:ph type="sldNum" sz="quarter" idx="10"/>
          </p:nvPr>
        </p:nvSpPr>
        <p:spPr>
          <a:xfrm>
            <a:off x="6553200" y="4683919"/>
            <a:ext cx="2133600" cy="357188"/>
          </a:xfrm>
          <a:prstGeom prst="rect">
            <a:avLst/>
          </a:prstGeom>
          <a:ln/>
        </p:spPr>
        <p:txBody>
          <a:bodyPr/>
          <a:lstStyle>
            <a:lvl1pPr>
              <a:defRPr/>
            </a:lvl1pPr>
          </a:lstStyle>
          <a:p>
            <a:pPr>
              <a:defRPr/>
            </a:pPr>
            <a:fld id="{37A5ADAD-E947-4F37-AF4A-2D3F87201BEE}" type="slidenum">
              <a:rPr lang="en-GB"/>
              <a:pPr>
                <a:defRPr/>
              </a:pPr>
              <a:t>‹Nr.›</a:t>
            </a:fld>
            <a:endParaRPr lang="en-GB"/>
          </a:p>
        </p:txBody>
      </p:sp>
      <p:sp>
        <p:nvSpPr>
          <p:cNvPr id="6" name="Rectangle 33"/>
          <p:cNvSpPr>
            <a:spLocks noGrp="1" noChangeArrowheads="1"/>
          </p:cNvSpPr>
          <p:nvPr>
            <p:ph type="dt" sz="half" idx="11"/>
          </p:nvPr>
        </p:nvSpPr>
        <p:spPr>
          <a:xfrm>
            <a:off x="457200" y="4683919"/>
            <a:ext cx="2133600" cy="357188"/>
          </a:xfrm>
          <a:prstGeom prst="rect">
            <a:avLst/>
          </a:prstGeom>
          <a:ln/>
        </p:spPr>
        <p:txBody>
          <a:bodyPr/>
          <a:lstStyle>
            <a:lvl1pPr>
              <a:defRPr/>
            </a:lvl1pPr>
          </a:lstStyle>
          <a:p>
            <a:pPr>
              <a:defRPr/>
            </a:pPr>
            <a:endParaRPr lang="en-GB"/>
          </a:p>
        </p:txBody>
      </p:sp>
      <p:sp>
        <p:nvSpPr>
          <p:cNvPr id="7" name="Rectangle 34"/>
          <p:cNvSpPr>
            <a:spLocks noGrp="1" noChangeArrowheads="1"/>
          </p:cNvSpPr>
          <p:nvPr>
            <p:ph type="ftr" sz="quarter" idx="12"/>
          </p:nvPr>
        </p:nvSpPr>
        <p:spPr>
          <a:xfrm>
            <a:off x="3124200" y="4683919"/>
            <a:ext cx="2895600" cy="357188"/>
          </a:xfrm>
          <a:prstGeom prst="rect">
            <a:avLst/>
          </a:prstGeom>
          <a:ln/>
        </p:spPr>
        <p:txBody>
          <a:bodyPr/>
          <a:lstStyle>
            <a:lvl1pPr>
              <a:defRPr/>
            </a:lvl1pPr>
          </a:lstStyle>
          <a:p>
            <a:pPr>
              <a:defRPr/>
            </a:pPr>
            <a:endParaRPr lang="en-GB"/>
          </a:p>
        </p:txBody>
      </p:sp>
    </p:spTree>
    <p:extLst>
      <p:ext uri="{BB962C8B-B14F-4D97-AF65-F5344CB8AC3E}">
        <p14:creationId xmlns:p14="http://schemas.microsoft.com/office/powerpoint/2010/main" val="252436580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4" name="Picture 2" descr="surrey powerpoint2"/>
          <p:cNvPicPr>
            <a:picLocks noChangeArrowheads="1"/>
          </p:cNvPicPr>
          <p:nvPr/>
        </p:nvPicPr>
        <p:blipFill>
          <a:blip r:embed="rId2" cstate="print">
            <a:extLst>
              <a:ext uri="{28A0092B-C50C-407E-A947-70E740481C1C}">
                <a14:useLocalDpi xmlns:a14="http://schemas.microsoft.com/office/drawing/2010/main" val="0"/>
              </a:ext>
            </a:extLst>
          </a:blip>
          <a:srcRect l="69194" t="757" r="1292" b="80270"/>
          <a:stretch>
            <a:fillRect/>
          </a:stretch>
        </p:blipFill>
        <p:spPr bwMode="auto">
          <a:xfrm>
            <a:off x="6443664" y="1"/>
            <a:ext cx="2700337" cy="917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0" descr="surrey powerpoint4"/>
          <p:cNvPicPr>
            <a:picLocks noChangeAspect="1" noChangeArrowheads="1"/>
          </p:cNvPicPr>
          <p:nvPr/>
        </p:nvPicPr>
        <p:blipFill>
          <a:blip r:embed="rId3" cstate="print">
            <a:extLst>
              <a:ext uri="{28A0092B-C50C-407E-A947-70E740481C1C}">
                <a14:useLocalDpi xmlns:a14="http://schemas.microsoft.com/office/drawing/2010/main" val="0"/>
              </a:ext>
            </a:extLst>
          </a:blip>
          <a:srcRect t="9528" r="52211" b="18095"/>
          <a:stretch>
            <a:fillRect/>
          </a:stretch>
        </p:blipFill>
        <p:spPr bwMode="auto">
          <a:xfrm>
            <a:off x="1" y="2194323"/>
            <a:ext cx="3668713" cy="2950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4" descr="WEB%20Accredited-AMBA-Log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96176" y="4045745"/>
            <a:ext cx="1223963" cy="308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1" descr="seal_blue_125x125"/>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6832600" y="3988594"/>
            <a:ext cx="495300"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22"/>
          <p:cNvSpPr txBox="1">
            <a:spLocks noChangeArrowheads="1"/>
          </p:cNvSpPr>
          <p:nvPr userDrawn="1"/>
        </p:nvSpPr>
        <p:spPr bwMode="auto">
          <a:xfrm>
            <a:off x="5651500" y="4557713"/>
            <a:ext cx="3168650"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0"/>
              </a:spcBef>
              <a:defRPr>
                <a:solidFill>
                  <a:schemeClr val="tx1"/>
                </a:solidFill>
                <a:latin typeface="Arial" charset="0"/>
              </a:defRPr>
            </a:lvl1pPr>
            <a:lvl2pPr marL="625475">
              <a:spcBef>
                <a:spcPct val="0"/>
              </a:spcBef>
              <a:defRPr>
                <a:solidFill>
                  <a:schemeClr val="tx1"/>
                </a:solidFill>
                <a:latin typeface="Arial" charset="0"/>
              </a:defRPr>
            </a:lvl2pPr>
            <a:lvl3pPr>
              <a:spcBef>
                <a:spcPct val="0"/>
              </a:spcBef>
              <a:defRPr>
                <a:solidFill>
                  <a:schemeClr val="tx1"/>
                </a:solidFill>
                <a:latin typeface="Arial" charset="0"/>
              </a:defRPr>
            </a:lvl3pPr>
            <a:lvl4pPr>
              <a:spcBef>
                <a:spcPct val="0"/>
              </a:spcBef>
              <a:defRPr>
                <a:solidFill>
                  <a:schemeClr val="tx1"/>
                </a:solidFill>
                <a:latin typeface="Arial" charset="0"/>
              </a:defRPr>
            </a:lvl4pPr>
            <a:lvl5pPr>
              <a:spcBef>
                <a:spcPct val="0"/>
              </a:spcBef>
              <a:defRPr>
                <a:solidFill>
                  <a:schemeClr val="tx1"/>
                </a:solidFill>
                <a:latin typeface="Arial" charset="0"/>
              </a:defRPr>
            </a:lvl5pPr>
            <a:lvl6pPr fontAlgn="base">
              <a:spcBef>
                <a:spcPct val="0"/>
              </a:spcBef>
              <a:spcAft>
                <a:spcPct val="0"/>
              </a:spcAft>
              <a:defRPr>
                <a:solidFill>
                  <a:schemeClr val="tx1"/>
                </a:solidFill>
                <a:latin typeface="Arial" charset="0"/>
              </a:defRPr>
            </a:lvl6pPr>
            <a:lvl7pPr fontAlgn="base">
              <a:spcBef>
                <a:spcPct val="0"/>
              </a:spcBef>
              <a:spcAft>
                <a:spcPct val="0"/>
              </a:spcAft>
              <a:defRPr>
                <a:solidFill>
                  <a:schemeClr val="tx1"/>
                </a:solidFill>
                <a:latin typeface="Arial" charset="0"/>
              </a:defRPr>
            </a:lvl7pPr>
            <a:lvl8pPr fontAlgn="base">
              <a:spcBef>
                <a:spcPct val="0"/>
              </a:spcBef>
              <a:spcAft>
                <a:spcPct val="0"/>
              </a:spcAft>
              <a:defRPr>
                <a:solidFill>
                  <a:schemeClr val="tx1"/>
                </a:solidFill>
                <a:latin typeface="Arial" charset="0"/>
              </a:defRPr>
            </a:lvl8pPr>
            <a:lvl9pPr fontAlgn="base">
              <a:spcBef>
                <a:spcPct val="0"/>
              </a:spcBef>
              <a:spcAft>
                <a:spcPct val="0"/>
              </a:spcAft>
              <a:defRPr>
                <a:solidFill>
                  <a:schemeClr val="tx1"/>
                </a:solidFill>
                <a:latin typeface="Arial" charset="0"/>
              </a:defRPr>
            </a:lvl9pPr>
          </a:lstStyle>
          <a:p>
            <a:pPr algn="r">
              <a:spcBef>
                <a:spcPct val="50000"/>
              </a:spcBef>
              <a:defRPr/>
            </a:pPr>
            <a:r>
              <a:rPr lang="en-GB" sz="1200">
                <a:solidFill>
                  <a:srgbClr val="003D7D"/>
                </a:solidFill>
              </a:rPr>
              <a:t>Surrey Business School</a:t>
            </a:r>
          </a:p>
          <a:p>
            <a:pPr algn="r">
              <a:spcBef>
                <a:spcPct val="50000"/>
              </a:spcBef>
              <a:defRPr/>
            </a:pPr>
            <a:r>
              <a:rPr lang="en-GB" sz="1200" b="0">
                <a:solidFill>
                  <a:srgbClr val="003D7D"/>
                </a:solidFill>
              </a:rPr>
              <a:t>www.surrey.ac.uk/sbs</a:t>
            </a:r>
          </a:p>
        </p:txBody>
      </p:sp>
      <p:sp>
        <p:nvSpPr>
          <p:cNvPr id="40969" name="Rectangle 9"/>
          <p:cNvSpPr>
            <a:spLocks noGrp="1" noChangeArrowheads="1"/>
          </p:cNvSpPr>
          <p:nvPr>
            <p:ph type="subTitle" idx="1"/>
          </p:nvPr>
        </p:nvSpPr>
        <p:spPr>
          <a:xfrm>
            <a:off x="2627313" y="2850356"/>
            <a:ext cx="5715000" cy="1314450"/>
          </a:xfrm>
        </p:spPr>
        <p:txBody>
          <a:bodyPr/>
          <a:lstStyle>
            <a:lvl1pPr marL="0" indent="0" algn="r">
              <a:buFontTx/>
              <a:buNone/>
              <a:defRPr>
                <a:solidFill>
                  <a:srgbClr val="C09B12"/>
                </a:solidFill>
              </a:defRPr>
            </a:lvl1pPr>
          </a:lstStyle>
          <a:p>
            <a:pPr lvl="0"/>
            <a:r>
              <a:rPr lang="en-GB" noProof="0"/>
              <a:t>Click to edit Master subtitle style</a:t>
            </a:r>
          </a:p>
        </p:txBody>
      </p:sp>
      <p:sp>
        <p:nvSpPr>
          <p:cNvPr id="40963" name="Rectangle 3"/>
          <p:cNvSpPr>
            <a:spLocks noGrp="1" noChangeArrowheads="1"/>
          </p:cNvSpPr>
          <p:nvPr>
            <p:ph type="ctrTitle"/>
          </p:nvPr>
        </p:nvSpPr>
        <p:spPr>
          <a:xfrm>
            <a:off x="1476376" y="1600201"/>
            <a:ext cx="6907213" cy="1102519"/>
          </a:xfrm>
        </p:spPr>
        <p:txBody>
          <a:bodyPr/>
          <a:lstStyle>
            <a:lvl1pPr algn="r">
              <a:defRPr>
                <a:solidFill>
                  <a:srgbClr val="003D7D"/>
                </a:solidFill>
              </a:defRPr>
            </a:lvl1pPr>
          </a:lstStyle>
          <a:p>
            <a:pPr lvl="0"/>
            <a:r>
              <a:rPr lang="en-GB" noProof="0"/>
              <a:t>Click to edit Master title style</a:t>
            </a:r>
          </a:p>
        </p:txBody>
      </p:sp>
      <p:sp>
        <p:nvSpPr>
          <p:cNvPr id="9" name="Rectangle 4"/>
          <p:cNvSpPr>
            <a:spLocks noGrp="1" noChangeArrowheads="1"/>
          </p:cNvSpPr>
          <p:nvPr>
            <p:ph type="dt" sz="half" idx="10"/>
          </p:nvPr>
        </p:nvSpPr>
        <p:spPr>
          <a:xfrm>
            <a:off x="457200" y="4683919"/>
            <a:ext cx="2133600" cy="357188"/>
          </a:xfrm>
          <a:prstGeom prst="rect">
            <a:avLst/>
          </a:prstGeom>
        </p:spPr>
        <p:txBody>
          <a:bodyPr/>
          <a:lstStyle>
            <a:lvl1pPr>
              <a:defRPr/>
            </a:lvl1pPr>
          </a:lstStyle>
          <a:p>
            <a:pPr>
              <a:defRPr/>
            </a:pPr>
            <a:endParaRPr lang="en-GB"/>
          </a:p>
        </p:txBody>
      </p:sp>
      <p:sp>
        <p:nvSpPr>
          <p:cNvPr id="10" name="Rectangle 5"/>
          <p:cNvSpPr>
            <a:spLocks noGrp="1" noChangeArrowheads="1"/>
          </p:cNvSpPr>
          <p:nvPr>
            <p:ph type="ftr" sz="quarter" idx="11"/>
          </p:nvPr>
        </p:nvSpPr>
        <p:spPr>
          <a:xfrm>
            <a:off x="3124200" y="4683919"/>
            <a:ext cx="2895600" cy="357188"/>
          </a:xfrm>
          <a:prstGeom prst="rect">
            <a:avLst/>
          </a:prstGeom>
        </p:spPr>
        <p:txBody>
          <a:bodyPr/>
          <a:lstStyle>
            <a:lvl1pPr>
              <a:defRPr/>
            </a:lvl1pPr>
          </a:lstStyle>
          <a:p>
            <a:pPr>
              <a:defRPr/>
            </a:pPr>
            <a:endParaRPr lang="en-GB"/>
          </a:p>
        </p:txBody>
      </p:sp>
    </p:spTree>
    <p:extLst>
      <p:ext uri="{BB962C8B-B14F-4D97-AF65-F5344CB8AC3E}">
        <p14:creationId xmlns:p14="http://schemas.microsoft.com/office/powerpoint/2010/main" val="401064425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7051919"/>
      </p:ext>
    </p:extLst>
  </p:cSld>
  <p:clrMapOvr>
    <a:masterClrMapping/>
  </p:clrMapOvr>
  <p:transition spd="med">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theme" Target="../theme/theme2.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slideLayout" Target="../slideLayouts/slideLayout43.xml"/><Relationship Id="rId18" Type="http://schemas.openxmlformats.org/officeDocument/2006/relationships/slideLayout" Target="../slideLayouts/slideLayout48.xml"/><Relationship Id="rId26" Type="http://schemas.openxmlformats.org/officeDocument/2006/relationships/slideLayout" Target="../slideLayouts/slideLayout56.xml"/><Relationship Id="rId3" Type="http://schemas.openxmlformats.org/officeDocument/2006/relationships/slideLayout" Target="../slideLayouts/slideLayout33.xml"/><Relationship Id="rId21" Type="http://schemas.openxmlformats.org/officeDocument/2006/relationships/slideLayout" Target="../slideLayouts/slideLayout51.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17" Type="http://schemas.openxmlformats.org/officeDocument/2006/relationships/slideLayout" Target="../slideLayouts/slideLayout47.xml"/><Relationship Id="rId25" Type="http://schemas.openxmlformats.org/officeDocument/2006/relationships/slideLayout" Target="../slideLayouts/slideLayout55.xml"/><Relationship Id="rId2" Type="http://schemas.openxmlformats.org/officeDocument/2006/relationships/slideLayout" Target="../slideLayouts/slideLayout32.xml"/><Relationship Id="rId16" Type="http://schemas.openxmlformats.org/officeDocument/2006/relationships/slideLayout" Target="../slideLayouts/slideLayout46.xml"/><Relationship Id="rId20" Type="http://schemas.openxmlformats.org/officeDocument/2006/relationships/slideLayout" Target="../slideLayouts/slideLayout50.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24" Type="http://schemas.openxmlformats.org/officeDocument/2006/relationships/slideLayout" Target="../slideLayouts/slideLayout54.xml"/><Relationship Id="rId5" Type="http://schemas.openxmlformats.org/officeDocument/2006/relationships/slideLayout" Target="../slideLayouts/slideLayout35.xml"/><Relationship Id="rId15" Type="http://schemas.openxmlformats.org/officeDocument/2006/relationships/slideLayout" Target="../slideLayouts/slideLayout45.xml"/><Relationship Id="rId23" Type="http://schemas.openxmlformats.org/officeDocument/2006/relationships/slideLayout" Target="../slideLayouts/slideLayout53.xml"/><Relationship Id="rId10" Type="http://schemas.openxmlformats.org/officeDocument/2006/relationships/slideLayout" Target="../slideLayouts/slideLayout40.xml"/><Relationship Id="rId19" Type="http://schemas.openxmlformats.org/officeDocument/2006/relationships/slideLayout" Target="../slideLayouts/slideLayout49.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slideLayout" Target="../slideLayouts/slideLayout44.xml"/><Relationship Id="rId22" Type="http://schemas.openxmlformats.org/officeDocument/2006/relationships/slideLayout" Target="../slideLayouts/slideLayout52.xml"/><Relationship Id="rId27"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3" name="Textplatzhalter 2"/>
          <p:cNvSpPr>
            <a:spLocks noGrp="1"/>
          </p:cNvSpPr>
          <p:nvPr>
            <p:ph type="body" idx="1"/>
          </p:nvPr>
        </p:nvSpPr>
        <p:spPr>
          <a:xfrm>
            <a:off x="457201" y="1210152"/>
            <a:ext cx="7764463" cy="3473291"/>
          </a:xfrm>
          <a:prstGeom prst="rect">
            <a:avLst/>
          </a:prstGeom>
        </p:spPr>
        <p:txBody>
          <a:bodyPr vert="horz" lIns="0" tIns="45715" rIns="0" bIns="45715" rtlCol="0">
            <a:normAutofit/>
          </a:bodyPr>
          <a:lstStyle/>
          <a:p>
            <a:pPr lvl="0"/>
            <a:r>
              <a:rPr lang="de-AT" dirty="0"/>
              <a:t>Textmasterformate durch Klicken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5" name="Fußzeilenplatzhalter 4"/>
          <p:cNvSpPr>
            <a:spLocks noGrp="1"/>
          </p:cNvSpPr>
          <p:nvPr userDrawn="1">
            <p:ph type="ftr" sz="quarter" idx="3"/>
          </p:nvPr>
        </p:nvSpPr>
        <p:spPr>
          <a:xfrm>
            <a:off x="1354562" y="4870853"/>
            <a:ext cx="3217443" cy="232277"/>
          </a:xfrm>
          <a:prstGeom prst="rect">
            <a:avLst/>
          </a:prstGeom>
        </p:spPr>
        <p:txBody>
          <a:bodyPr vert="horz" lIns="91431" tIns="45715" rIns="91431" bIns="45715" rtlCol="0" anchor="ctr"/>
          <a:lstStyle>
            <a:lvl1pPr algn="l">
              <a:defRPr sz="800" cap="all" baseline="0">
                <a:solidFill>
                  <a:schemeClr val="tx1">
                    <a:tint val="75000"/>
                  </a:schemeClr>
                </a:solidFill>
              </a:defRPr>
            </a:lvl1pPr>
          </a:lstStyle>
          <a:p>
            <a:endParaRPr lang="de-AT" dirty="0"/>
          </a:p>
        </p:txBody>
      </p:sp>
      <p:sp>
        <p:nvSpPr>
          <p:cNvPr id="6" name="Foliennummernplatzhalter 5"/>
          <p:cNvSpPr>
            <a:spLocks noGrp="1"/>
          </p:cNvSpPr>
          <p:nvPr userDrawn="1">
            <p:ph type="sldNum" sz="quarter" idx="4"/>
          </p:nvPr>
        </p:nvSpPr>
        <p:spPr>
          <a:xfrm>
            <a:off x="462407" y="4870853"/>
            <a:ext cx="892150" cy="232277"/>
          </a:xfrm>
          <a:prstGeom prst="rect">
            <a:avLst/>
          </a:prstGeom>
        </p:spPr>
        <p:txBody>
          <a:bodyPr vert="horz" lIns="0" tIns="45715" rIns="0" bIns="45715" rtlCol="0" anchor="ctr"/>
          <a:lstStyle>
            <a:lvl1pPr algn="l">
              <a:defRPr sz="800" cap="all" baseline="0">
                <a:solidFill>
                  <a:schemeClr val="tx1">
                    <a:tint val="75000"/>
                  </a:schemeClr>
                </a:solidFill>
              </a:defRPr>
            </a:lvl1pPr>
          </a:lstStyle>
          <a:p>
            <a:r>
              <a:rPr lang="de-AT" dirty="0"/>
              <a:t>SEITE </a:t>
            </a:r>
            <a:fld id="{BE3DC40E-DBBE-4E2D-9EEC-FBF0DA0E9179}" type="slidenum">
              <a:rPr lang="de-AT" smtClean="0"/>
              <a:pPr/>
              <a:t>‹Nr.›</a:t>
            </a:fld>
            <a:endParaRPr lang="de-AT" dirty="0"/>
          </a:p>
        </p:txBody>
      </p:sp>
      <p:sp>
        <p:nvSpPr>
          <p:cNvPr id="7" name="Datumsplatzhalter 6"/>
          <p:cNvSpPr>
            <a:spLocks noGrp="1"/>
          </p:cNvSpPr>
          <p:nvPr userDrawn="1">
            <p:ph type="dt" sz="half" idx="2"/>
          </p:nvPr>
        </p:nvSpPr>
        <p:spPr>
          <a:xfrm>
            <a:off x="5745182" y="4870853"/>
            <a:ext cx="987407" cy="232277"/>
          </a:xfrm>
          <a:prstGeom prst="rect">
            <a:avLst/>
          </a:prstGeom>
        </p:spPr>
        <p:txBody>
          <a:bodyPr vert="horz" lIns="0" tIns="45715" rIns="0" bIns="45715" rtlCol="0" anchor="ctr"/>
          <a:lstStyle>
            <a:lvl1pPr algn="r">
              <a:defRPr lang="de-DE" sz="800" kern="1200" cap="all" baseline="0" smtClean="0">
                <a:solidFill>
                  <a:schemeClr val="tx1">
                    <a:tint val="75000"/>
                  </a:schemeClr>
                </a:solidFill>
                <a:latin typeface="+mn-lt"/>
                <a:ea typeface="+mn-ea"/>
                <a:cs typeface="+mn-cs"/>
              </a:defRPr>
            </a:lvl1pPr>
          </a:lstStyle>
          <a:p>
            <a:endParaRPr lang="de-AT" dirty="0"/>
          </a:p>
        </p:txBody>
      </p:sp>
      <p:sp>
        <p:nvSpPr>
          <p:cNvPr id="18" name="Rechteck 17"/>
          <p:cNvSpPr/>
          <p:nvPr userDrawn="1"/>
        </p:nvSpPr>
        <p:spPr bwMode="gray">
          <a:xfrm>
            <a:off x="0" y="939170"/>
            <a:ext cx="9144000" cy="22680"/>
          </a:xfrm>
          <a:prstGeom prst="rect">
            <a:avLst/>
          </a:prstGeom>
          <a:solidFill>
            <a:srgbClr val="0C94B7"/>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sz="1800" dirty="0"/>
              <a:t>      </a:t>
            </a:r>
          </a:p>
        </p:txBody>
      </p:sp>
      <p:sp>
        <p:nvSpPr>
          <p:cNvPr id="15" name="Titelplatzhalter 14"/>
          <p:cNvSpPr>
            <a:spLocks noGrp="1"/>
          </p:cNvSpPr>
          <p:nvPr userDrawn="1">
            <p:ph type="title"/>
          </p:nvPr>
        </p:nvSpPr>
        <p:spPr bwMode="auto">
          <a:xfrm>
            <a:off x="462408" y="169100"/>
            <a:ext cx="6840000" cy="770069"/>
          </a:xfrm>
          <a:prstGeom prst="rect">
            <a:avLst/>
          </a:prstGeom>
        </p:spPr>
        <p:txBody>
          <a:bodyPr vert="horz" lIns="0" tIns="0" rIns="0" bIns="0" rtlCol="0" anchor="ctr">
            <a:normAutofit/>
          </a:bodyPr>
          <a:lstStyle/>
          <a:p>
            <a:r>
              <a:rPr lang="de-AT" dirty="0"/>
              <a:t>Titelmasterformat durch </a:t>
            </a:r>
            <a:br>
              <a:rPr lang="de-AT" dirty="0"/>
            </a:br>
            <a:r>
              <a:rPr lang="de-AT" dirty="0"/>
              <a:t>Klicken bearbeiten</a:t>
            </a:r>
          </a:p>
        </p:txBody>
      </p:sp>
      <p:pic>
        <p:nvPicPr>
          <p:cNvPr id="11" name="Bild 19"/>
          <p:cNvPicPr>
            <a:picLocks noChangeAspect="1"/>
          </p:cNvPicPr>
          <p:nvPr userDrawn="1"/>
        </p:nvPicPr>
        <p:blipFill>
          <a:blip r:embed="rId21"/>
          <a:stretch>
            <a:fillRect/>
          </a:stretch>
        </p:blipFill>
        <p:spPr>
          <a:xfrm>
            <a:off x="7711621" y="269243"/>
            <a:ext cx="1168210" cy="607850"/>
          </a:xfrm>
          <a:prstGeom prst="rect">
            <a:avLst/>
          </a:prstGeom>
        </p:spPr>
      </p:pic>
      <p:pic>
        <p:nvPicPr>
          <p:cNvPr id="12" name="Grafik 11"/>
          <p:cNvPicPr>
            <a:picLocks noChangeAspect="1"/>
          </p:cNvPicPr>
          <p:nvPr userDrawn="1"/>
        </p:nvPicPr>
        <p:blipFill>
          <a:blip r:embed="rId22" cstate="print">
            <a:extLst>
              <a:ext uri="{28A0092B-C50C-407E-A947-70E740481C1C}">
                <a14:useLocalDpi xmlns:a14="http://schemas.microsoft.com/office/drawing/2010/main" val="0"/>
              </a:ext>
            </a:extLst>
          </a:blip>
          <a:stretch>
            <a:fillRect/>
          </a:stretch>
        </p:blipFill>
        <p:spPr>
          <a:xfrm>
            <a:off x="7795201" y="4788256"/>
            <a:ext cx="1083600" cy="249400"/>
          </a:xfrm>
          <a:prstGeom prst="rect">
            <a:avLst/>
          </a:prstGeom>
        </p:spPr>
      </p:pic>
    </p:spTree>
  </p:cSld>
  <p:clrMap bg1="lt1" tx1="dk1" bg2="lt2" tx2="dk2" accent1="accent1" accent2="accent2" accent3="accent3" accent4="accent4" accent5="accent5" accent6="accent6" hlink="hlink" folHlink="folHlink"/>
  <p:sldLayoutIdLst>
    <p:sldLayoutId id="2147483671" r:id="rId1"/>
    <p:sldLayoutId id="2147483661" r:id="rId2"/>
    <p:sldLayoutId id="2147483663" r:id="rId3"/>
    <p:sldLayoutId id="2147483675" r:id="rId4"/>
    <p:sldLayoutId id="2147483676" r:id="rId5"/>
    <p:sldLayoutId id="2147483686" r:id="rId6"/>
    <p:sldLayoutId id="2147483687" r:id="rId7"/>
    <p:sldLayoutId id="2147483681" r:id="rId8"/>
    <p:sldLayoutId id="2147483682" r:id="rId9"/>
    <p:sldLayoutId id="2147483688" r:id="rId10"/>
    <p:sldLayoutId id="2147483689" r:id="rId11"/>
    <p:sldLayoutId id="2147483664" r:id="rId12"/>
    <p:sldLayoutId id="2147483667" r:id="rId13"/>
    <p:sldLayoutId id="2147483668" r:id="rId14"/>
    <p:sldLayoutId id="2147483670" r:id="rId15"/>
    <p:sldLayoutId id="2147483731" r:id="rId16"/>
    <p:sldLayoutId id="2147483732" r:id="rId17"/>
    <p:sldLayoutId id="2147483733" r:id="rId18"/>
    <p:sldLayoutId id="2147483734" r:id="rId19"/>
  </p:sldLayoutIdLst>
  <p:transition>
    <p:fade/>
  </p:transition>
  <p:hf sldNum="0" hdr="0" ftr="0" dt="0"/>
  <p:txStyles>
    <p:titleStyle>
      <a:lvl1pPr algn="l" defTabSz="914306" rtl="0" eaLnBrk="1" latinLnBrk="0" hangingPunct="1">
        <a:lnSpc>
          <a:spcPct val="100000"/>
        </a:lnSpc>
        <a:spcBef>
          <a:spcPct val="0"/>
        </a:spcBef>
        <a:buNone/>
        <a:defRPr sz="2400" b="1" kern="1200">
          <a:solidFill>
            <a:schemeClr val="tx1"/>
          </a:solidFill>
          <a:latin typeface="Georgia" charset="0"/>
          <a:ea typeface="Georgia" charset="0"/>
          <a:cs typeface="Georgia" charset="0"/>
        </a:defRPr>
      </a:lvl1pPr>
    </p:titleStyle>
    <p:bodyStyle>
      <a:lvl1pPr marL="180975" indent="-180975" algn="l" defTabSz="914306" rtl="0" eaLnBrk="1" latinLnBrk="0" hangingPunct="1">
        <a:lnSpc>
          <a:spcPct val="100000"/>
        </a:lnSpc>
        <a:spcBef>
          <a:spcPts val="0"/>
        </a:spcBef>
        <a:spcAft>
          <a:spcPts val="600"/>
        </a:spcAft>
        <a:buClr>
          <a:schemeClr val="accent1"/>
        </a:buClr>
        <a:buFont typeface="Wingdings" charset="2"/>
        <a:buChar char="§"/>
        <a:defRPr sz="1600" kern="1200">
          <a:solidFill>
            <a:schemeClr val="tx1"/>
          </a:solidFill>
          <a:latin typeface="+mn-lt"/>
          <a:ea typeface="+mn-ea"/>
          <a:cs typeface="+mn-cs"/>
        </a:defRPr>
      </a:lvl1pPr>
      <a:lvl2pPr marL="357188" indent="-176213" algn="l" defTabSz="914306" rtl="0" eaLnBrk="1" latinLnBrk="0" hangingPunct="1">
        <a:lnSpc>
          <a:spcPct val="100000"/>
        </a:lnSpc>
        <a:spcBef>
          <a:spcPts val="0"/>
        </a:spcBef>
        <a:spcAft>
          <a:spcPts val="400"/>
        </a:spcAft>
        <a:buClr>
          <a:schemeClr val="accent1"/>
        </a:buClr>
        <a:buSzPct val="100000"/>
        <a:buFont typeface="Wingdings" charset="2"/>
        <a:buChar char="§"/>
        <a:defRPr sz="1400" kern="1200">
          <a:solidFill>
            <a:schemeClr val="tx1"/>
          </a:solidFill>
          <a:latin typeface="+mn-lt"/>
          <a:ea typeface="+mn-ea"/>
          <a:cs typeface="+mn-cs"/>
        </a:defRPr>
      </a:lvl2pPr>
      <a:lvl3pPr marL="538163" indent="-180975"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3pPr>
      <a:lvl4pPr marL="720725" indent="-182563"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4pPr>
      <a:lvl5pPr marL="895350" indent="-174625"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5pPr>
      <a:lvl6pPr marL="251434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96"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50"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0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306" rtl="0" eaLnBrk="1" latinLnBrk="0" hangingPunct="1">
        <a:defRPr sz="1800" kern="1200">
          <a:solidFill>
            <a:schemeClr val="tx1"/>
          </a:solidFill>
          <a:latin typeface="+mn-lt"/>
          <a:ea typeface="+mn-ea"/>
          <a:cs typeface="+mn-cs"/>
        </a:defRPr>
      </a:lvl1pPr>
      <a:lvl2pPr marL="457153" algn="l" defTabSz="914306" rtl="0" eaLnBrk="1" latinLnBrk="0" hangingPunct="1">
        <a:defRPr sz="1800" kern="1200">
          <a:solidFill>
            <a:schemeClr val="tx1"/>
          </a:solidFill>
          <a:latin typeface="+mn-lt"/>
          <a:ea typeface="+mn-ea"/>
          <a:cs typeface="+mn-cs"/>
        </a:defRPr>
      </a:lvl2pPr>
      <a:lvl3pPr marL="914306" algn="l" defTabSz="914306" rtl="0" eaLnBrk="1" latinLnBrk="0" hangingPunct="1">
        <a:defRPr sz="1800" kern="1200">
          <a:solidFill>
            <a:schemeClr val="tx1"/>
          </a:solidFill>
          <a:latin typeface="+mn-lt"/>
          <a:ea typeface="+mn-ea"/>
          <a:cs typeface="+mn-cs"/>
        </a:defRPr>
      </a:lvl3pPr>
      <a:lvl4pPr marL="1371460" algn="l" defTabSz="914306" rtl="0" eaLnBrk="1" latinLnBrk="0" hangingPunct="1">
        <a:defRPr sz="1800" kern="1200">
          <a:solidFill>
            <a:schemeClr val="tx1"/>
          </a:solidFill>
          <a:latin typeface="+mn-lt"/>
          <a:ea typeface="+mn-ea"/>
          <a:cs typeface="+mn-cs"/>
        </a:defRPr>
      </a:lvl4pPr>
      <a:lvl5pPr marL="1828613" algn="l" defTabSz="914306" rtl="0" eaLnBrk="1" latinLnBrk="0" hangingPunct="1">
        <a:defRPr sz="1800" kern="1200">
          <a:solidFill>
            <a:schemeClr val="tx1"/>
          </a:solidFill>
          <a:latin typeface="+mn-lt"/>
          <a:ea typeface="+mn-ea"/>
          <a:cs typeface="+mn-cs"/>
        </a:defRPr>
      </a:lvl5pPr>
      <a:lvl6pPr marL="2285767" algn="l" defTabSz="914306" rtl="0" eaLnBrk="1" latinLnBrk="0" hangingPunct="1">
        <a:defRPr sz="1800" kern="1200">
          <a:solidFill>
            <a:schemeClr val="tx1"/>
          </a:solidFill>
          <a:latin typeface="+mn-lt"/>
          <a:ea typeface="+mn-ea"/>
          <a:cs typeface="+mn-cs"/>
        </a:defRPr>
      </a:lvl6pPr>
      <a:lvl7pPr marL="2742920" algn="l" defTabSz="914306" rtl="0" eaLnBrk="1" latinLnBrk="0" hangingPunct="1">
        <a:defRPr sz="1800" kern="1200">
          <a:solidFill>
            <a:schemeClr val="tx1"/>
          </a:solidFill>
          <a:latin typeface="+mn-lt"/>
          <a:ea typeface="+mn-ea"/>
          <a:cs typeface="+mn-cs"/>
        </a:defRPr>
      </a:lvl7pPr>
      <a:lvl8pPr marL="3200073" algn="l" defTabSz="914306" rtl="0" eaLnBrk="1" latinLnBrk="0" hangingPunct="1">
        <a:defRPr sz="1800" kern="1200">
          <a:solidFill>
            <a:schemeClr val="tx1"/>
          </a:solidFill>
          <a:latin typeface="+mn-lt"/>
          <a:ea typeface="+mn-ea"/>
          <a:cs typeface="+mn-cs"/>
        </a:defRPr>
      </a:lvl8pPr>
      <a:lvl9pPr marL="3657227" algn="l" defTabSz="91430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880" userDrawn="1">
          <p15:clr>
            <a:srgbClr val="F26B43"/>
          </p15:clr>
        </p15:guide>
        <p15:guide id="3" pos="288" userDrawn="1">
          <p15:clr>
            <a:srgbClr val="F26B43"/>
          </p15:clr>
        </p15:guide>
        <p15:guide id="4" pos="5179" userDrawn="1">
          <p15:clr>
            <a:srgbClr val="F26B43"/>
          </p15:clr>
        </p15:guide>
        <p15:guide id="5" pos="5467" userDrawn="1">
          <p15:clr>
            <a:srgbClr val="F26B43"/>
          </p15:clr>
        </p15:guide>
        <p15:guide id="7" orient="horz" pos="2950" userDrawn="1">
          <p15:clr>
            <a:srgbClr val="F26B43"/>
          </p15:clr>
        </p15:guide>
        <p15:guide id="9" orient="horz" pos="164" userDrawn="1">
          <p15:clr>
            <a:srgbClr val="F26B43"/>
          </p15:clr>
        </p15:guide>
        <p15:guide id="10" orient="horz" pos="762" userDrawn="1">
          <p15:clr>
            <a:srgbClr val="F26B43"/>
          </p15:clr>
        </p15:guide>
        <p15:guide id="11" orient="horz" pos="317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de-DE" dirty="0"/>
              <a:t>Titelmasterformat durch Klicken bearbeiten</a:t>
            </a:r>
            <a:endParaRPr lang="en-GB" dirty="0"/>
          </a:p>
        </p:txBody>
      </p:sp>
      <p:sp>
        <p:nvSpPr>
          <p:cNvPr id="3" name="Textplatzhalter 2"/>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Datumsplatzhalter 3"/>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GB"/>
          </a:p>
        </p:txBody>
      </p:sp>
      <p:sp>
        <p:nvSpPr>
          <p:cNvPr id="5" name="Fußzeilenplatzhalter 4"/>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Foliennummernplatzhalter 5"/>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A23F9A1F-9E87-45D7-ABB0-1381DBFA5F0F}" type="slidenum">
              <a:rPr lang="en-GB" smtClean="0"/>
              <a:t>‹Nr.›</a:t>
            </a:fld>
            <a:endParaRPr lang="en-GB"/>
          </a:p>
        </p:txBody>
      </p:sp>
    </p:spTree>
    <p:extLst>
      <p:ext uri="{BB962C8B-B14F-4D97-AF65-F5344CB8AC3E}">
        <p14:creationId xmlns:p14="http://schemas.microsoft.com/office/powerpoint/2010/main" val="707643898"/>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Lst>
  <p:hf sldNum="0" hdr="0" ftr="0" dt="0"/>
  <p:txStyles>
    <p:title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17514"/>
            <a:ext cx="7551282" cy="309951"/>
          </a:xfrm>
          <a:prstGeom prst="rect">
            <a:avLst/>
          </a:prstGeom>
        </p:spPr>
        <p:txBody>
          <a:bodyPr vert="horz" lIns="91440" tIns="45720" rIns="91440" bIns="45720" rtlCol="0" anchor="ctr">
            <a:normAutofit/>
          </a:bodyPr>
          <a:lstStyle/>
          <a:p>
            <a:r>
              <a:rPr lang="en-GB" dirty="0"/>
              <a:t>University of Surrey PowerPoint Template  4:3 format - v2.0 </a:t>
            </a:r>
            <a:endParaRPr lang="en-US" dirty="0"/>
          </a:p>
        </p:txBody>
      </p:sp>
      <p:sp>
        <p:nvSpPr>
          <p:cNvPr id="15" name="Text Placeholder 14"/>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dirty="0"/>
              <a:t>Do not touch this slide.</a:t>
            </a:r>
          </a:p>
          <a:p>
            <a:pPr lvl="0"/>
            <a:endParaRPr lang="en-US" dirty="0"/>
          </a:p>
          <a:p>
            <a:pPr lvl="0"/>
            <a:r>
              <a:rPr lang="en-US" dirty="0"/>
              <a:t>This is the slide master and will alter all other slides. </a:t>
            </a:r>
          </a:p>
          <a:p>
            <a:pPr lvl="0"/>
            <a:endParaRPr lang="en-US" dirty="0"/>
          </a:p>
          <a:p>
            <a:pPr lvl="0"/>
            <a:r>
              <a:rPr lang="en-US" dirty="0"/>
              <a:t>To create a new slide, select it from the new slide drop down button, top right of the ‘Home’ menu. </a:t>
            </a:r>
          </a:p>
        </p:txBody>
      </p:sp>
    </p:spTree>
    <p:extLst>
      <p:ext uri="{BB962C8B-B14F-4D97-AF65-F5344CB8AC3E}">
        <p14:creationId xmlns:p14="http://schemas.microsoft.com/office/powerpoint/2010/main" val="3080257030"/>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8" r:id="rId14"/>
    <p:sldLayoutId id="2147483719" r:id="rId15"/>
    <p:sldLayoutId id="2147483720" r:id="rId16"/>
    <p:sldLayoutId id="2147483721" r:id="rId17"/>
    <p:sldLayoutId id="2147483722" r:id="rId18"/>
    <p:sldLayoutId id="2147483723" r:id="rId19"/>
    <p:sldLayoutId id="2147483724" r:id="rId20"/>
    <p:sldLayoutId id="2147483725" r:id="rId21"/>
    <p:sldLayoutId id="2147483726" r:id="rId22"/>
    <p:sldLayoutId id="2147483727" r:id="rId23"/>
    <p:sldLayoutId id="2147483728" r:id="rId24"/>
    <p:sldLayoutId id="2147483729" r:id="rId25"/>
    <p:sldLayoutId id="2147483730" r:id="rId26"/>
  </p:sldLayoutIdLst>
  <p:hf hdr="0"/>
  <p:txStyles>
    <p:titleStyle>
      <a:lvl1pPr algn="l" defTabSz="342900" rtl="0" eaLnBrk="1" latinLnBrk="0" hangingPunct="1">
        <a:spcBef>
          <a:spcPct val="0"/>
        </a:spcBef>
        <a:buNone/>
        <a:defRPr sz="1500" b="0" kern="1200" cap="none" spc="0" baseline="0">
          <a:ln>
            <a:noFill/>
          </a:ln>
          <a:solidFill>
            <a:srgbClr val="4A4A49"/>
          </a:solidFill>
          <a:effectLst/>
          <a:latin typeface="Georgia"/>
          <a:ea typeface="+mj-ea"/>
          <a:cs typeface="Georgia"/>
        </a:defRPr>
      </a:lvl1pPr>
    </p:titleStyle>
    <p:bodyStyle>
      <a:lvl1pPr marL="0" indent="0" algn="l" defTabSz="342900" rtl="0" eaLnBrk="1" latinLnBrk="0" hangingPunct="1">
        <a:spcBef>
          <a:spcPct val="20000"/>
        </a:spcBef>
        <a:buFont typeface="Arial"/>
        <a:buNone/>
        <a:defRPr sz="1350" b="0" kern="1200" baseline="0">
          <a:solidFill>
            <a:srgbClr val="4A4A49"/>
          </a:solidFill>
          <a:latin typeface="Georgia"/>
          <a:ea typeface="+mn-ea"/>
          <a:cs typeface="Georgia"/>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32.emf"/><Relationship Id="rId4" Type="http://schemas.openxmlformats.org/officeDocument/2006/relationships/image" Target="../media/image31.em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4.emf"/></Relationships>
</file>

<file path=ppt/slides/_rels/slide17.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6.emf"/></Relationships>
</file>

<file path=ppt/slides/_rels/slide18.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342078" y="539430"/>
            <a:ext cx="5841634" cy="1835379"/>
          </a:xfrm>
        </p:spPr>
        <p:txBody>
          <a:bodyPr/>
          <a:lstStyle/>
          <a:p>
            <a:pPr>
              <a:lnSpc>
                <a:spcPts val="3500"/>
              </a:lnSpc>
              <a:spcBef>
                <a:spcPts val="1200"/>
              </a:spcBef>
            </a:pPr>
            <a:r>
              <a:rPr lang="en-GB" sz="2400" dirty="0"/>
              <a:t>Introduction to Marketing Analytics – A Refresher in Statistics</a:t>
            </a:r>
            <a:endParaRPr lang="en-GB" sz="2300" dirty="0"/>
          </a:p>
        </p:txBody>
      </p:sp>
      <p:sp>
        <p:nvSpPr>
          <p:cNvPr id="6" name="Textplatzhalter 6"/>
          <p:cNvSpPr>
            <a:spLocks noGrp="1"/>
          </p:cNvSpPr>
          <p:nvPr>
            <p:ph type="body" sz="quarter" idx="11"/>
          </p:nvPr>
        </p:nvSpPr>
        <p:spPr>
          <a:xfrm>
            <a:off x="287337" y="2544505"/>
            <a:ext cx="4468175" cy="1005605"/>
          </a:xfrm>
        </p:spPr>
        <p:txBody>
          <a:bodyPr/>
          <a:lstStyle/>
          <a:p>
            <a:r>
              <a:rPr lang="de-AT" sz="1600" dirty="0"/>
              <a:t>Dr Arne Floh</a:t>
            </a:r>
          </a:p>
          <a:p>
            <a:r>
              <a:rPr lang="de-AT" sz="1600" dirty="0" err="1"/>
              <a:t>arne.floh@wu.ac.at</a:t>
            </a:r>
            <a:endParaRPr lang="de-AT" sz="1600" dirty="0"/>
          </a:p>
        </p:txBody>
      </p:sp>
    </p:spTree>
    <p:extLst>
      <p:ext uri="{BB962C8B-B14F-4D97-AF65-F5344CB8AC3E}">
        <p14:creationId xmlns:p14="http://schemas.microsoft.com/office/powerpoint/2010/main" val="1559282483"/>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de-AT" dirty="0" err="1"/>
              <a:t>Overview</a:t>
            </a:r>
            <a:endParaRPr lang="de-DE" dirty="0">
              <a:latin typeface="+mn-lt"/>
              <a:cs typeface="Arial" panose="020B0604020202020204" pitchFamily="34" charset="0"/>
            </a:endParaRPr>
          </a:p>
        </p:txBody>
      </p:sp>
      <p:graphicFrame>
        <p:nvGraphicFramePr>
          <p:cNvPr id="6" name="Inhaltsplatzhalter 2">
            <a:extLst>
              <a:ext uri="{FF2B5EF4-FFF2-40B4-BE49-F238E27FC236}">
                <a16:creationId xmlns:a16="http://schemas.microsoft.com/office/drawing/2014/main" id="{4002D2BC-2C8F-B040-9ABE-176D2B64E215}"/>
              </a:ext>
            </a:extLst>
          </p:cNvPr>
          <p:cNvGraphicFramePr>
            <a:graphicFrameLocks noGrp="1"/>
          </p:cNvGraphicFramePr>
          <p:nvPr>
            <p:ph idx="1"/>
            <p:extLst>
              <p:ext uri="{D42A27DB-BD31-4B8C-83A1-F6EECF244321}">
                <p14:modId xmlns:p14="http://schemas.microsoft.com/office/powerpoint/2010/main" val="875567557"/>
              </p:ext>
            </p:extLst>
          </p:nvPr>
        </p:nvGraphicFramePr>
        <p:xfrm>
          <a:off x="461963" y="1209675"/>
          <a:ext cx="7759700" cy="3468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978634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normAutofit/>
          </a:bodyPr>
          <a:lstStyle/>
          <a:p>
            <a:r>
              <a:rPr lang="de-AT" dirty="0" err="1"/>
              <a:t>Introductory</a:t>
            </a:r>
            <a:r>
              <a:rPr lang="de-AT" dirty="0"/>
              <a:t> </a:t>
            </a:r>
            <a:r>
              <a:rPr lang="de-AT" dirty="0" err="1"/>
              <a:t>Example</a:t>
            </a:r>
            <a:endParaRPr lang="de-DE" dirty="0">
              <a:latin typeface="+mn-lt"/>
              <a:cs typeface="Arial" panose="020B0604020202020204" pitchFamily="34" charset="0"/>
            </a:endParaRPr>
          </a:p>
        </p:txBody>
      </p:sp>
    </p:spTree>
    <p:extLst>
      <p:ext uri="{BB962C8B-B14F-4D97-AF65-F5344CB8AC3E}">
        <p14:creationId xmlns:p14="http://schemas.microsoft.com/office/powerpoint/2010/main" val="3276673787"/>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2019" y="152008"/>
            <a:ext cx="6840000" cy="770069"/>
          </a:xfrm>
        </p:spPr>
        <p:txBody>
          <a:bodyPr>
            <a:normAutofit/>
          </a:bodyPr>
          <a:lstStyle/>
          <a:p>
            <a:r>
              <a:rPr lang="en-GB" dirty="0"/>
              <a:t>Tico Taco’s super taco option </a:t>
            </a:r>
            <a:br>
              <a:rPr lang="de-DE" dirty="0">
                <a:latin typeface="+mn-lt"/>
                <a:cs typeface="Arial" panose="020B0604020202020204" pitchFamily="34" charset="0"/>
              </a:rPr>
            </a:br>
            <a:endParaRPr lang="de-DE" b="0" dirty="0">
              <a:latin typeface="+mn-lt"/>
              <a:cs typeface="Arial" panose="020B0604020202020204" pitchFamily="34" charset="0"/>
            </a:endParaRPr>
          </a:p>
        </p:txBody>
      </p:sp>
      <p:sp>
        <p:nvSpPr>
          <p:cNvPr id="8" name="Content Placeholder 2">
            <a:extLst>
              <a:ext uri="{FF2B5EF4-FFF2-40B4-BE49-F238E27FC236}">
                <a16:creationId xmlns:a16="http://schemas.microsoft.com/office/drawing/2014/main" id="{1064195C-F40E-5A41-8972-B9052CF3FE23}"/>
              </a:ext>
            </a:extLst>
          </p:cNvPr>
          <p:cNvSpPr>
            <a:spLocks noGrp="1"/>
          </p:cNvSpPr>
          <p:nvPr>
            <p:ph idx="1"/>
          </p:nvPr>
        </p:nvSpPr>
        <p:spPr>
          <a:xfrm>
            <a:off x="462019" y="1224187"/>
            <a:ext cx="3879245" cy="3450364"/>
          </a:xfrm>
        </p:spPr>
        <p:txBody>
          <a:bodyPr>
            <a:noAutofit/>
          </a:bodyPr>
          <a:lstStyle/>
          <a:p>
            <a:pPr algn="just">
              <a:lnSpc>
                <a:spcPct val="90000"/>
              </a:lnSpc>
            </a:pPr>
            <a:r>
              <a:rPr lang="en-US" dirty="0"/>
              <a:t>Tico Taco, a chain of Mexican fast-food restaurants, headquartered in Wichita, Kansas, United States. The first Taco Tico was opened in 1962 and it offers tacos, fajitas, and burritos. </a:t>
            </a:r>
          </a:p>
          <a:p>
            <a:pPr algn="just">
              <a:lnSpc>
                <a:spcPct val="90000"/>
              </a:lnSpc>
            </a:pPr>
            <a:endParaRPr lang="en-US" dirty="0"/>
          </a:p>
          <a:p>
            <a:pPr algn="just">
              <a:lnSpc>
                <a:spcPct val="90000"/>
              </a:lnSpc>
            </a:pPr>
            <a:r>
              <a:rPr lang="en-US" dirty="0"/>
              <a:t>When it opened its 17th store in Wyoming, the management team considered to offer a super taco that would be two times as large as their regular taco and would contain 6 ounces of ground beef. The basic taco has spiced ground beef, lettuce, and cheese. Management felt that the super taco should offer more options. </a:t>
            </a:r>
          </a:p>
          <a:p>
            <a:pPr>
              <a:lnSpc>
                <a:spcPct val="90000"/>
              </a:lnSpc>
            </a:pPr>
            <a:endParaRPr lang="en-US" sz="1600" dirty="0"/>
          </a:p>
        </p:txBody>
      </p:sp>
      <p:pic>
        <p:nvPicPr>
          <p:cNvPr id="9" name="Picture 2" descr="No photo description available.">
            <a:extLst>
              <a:ext uri="{FF2B5EF4-FFF2-40B4-BE49-F238E27FC236}">
                <a16:creationId xmlns:a16="http://schemas.microsoft.com/office/drawing/2014/main" id="{E3DCDF38-7564-484B-8E3D-8A637E2F10C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5621544" y="1777525"/>
            <a:ext cx="2314874" cy="2314874"/>
          </a:xfrm>
          <a:prstGeom prst="rect">
            <a:avLst/>
          </a:prstGeom>
          <a:solidFill>
            <a:srgbClr val="FFFFFF"/>
          </a:solidFill>
        </p:spPr>
      </p:pic>
    </p:spTree>
    <p:extLst>
      <p:ext uri="{BB962C8B-B14F-4D97-AF65-F5344CB8AC3E}">
        <p14:creationId xmlns:p14="http://schemas.microsoft.com/office/powerpoint/2010/main" val="12507049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197353" y="169100"/>
            <a:ext cx="7486237" cy="770069"/>
          </a:xfrm>
        </p:spPr>
        <p:txBody>
          <a:bodyPr>
            <a:normAutofit/>
          </a:bodyPr>
          <a:lstStyle/>
          <a:p>
            <a:r>
              <a:rPr lang="en-GB" altLang="de-DE" dirty="0"/>
              <a:t>Why Marketing Analytics?</a:t>
            </a:r>
            <a:endParaRPr lang="de-DE" b="0" dirty="0">
              <a:latin typeface="+mn-lt"/>
              <a:cs typeface="Arial" panose="020B0604020202020204" pitchFamily="34" charset="0"/>
            </a:endParaRPr>
          </a:p>
        </p:txBody>
      </p:sp>
      <p:sp>
        <p:nvSpPr>
          <p:cNvPr id="3" name="Inhaltsplatzhalter 2"/>
          <p:cNvSpPr>
            <a:spLocks noGrp="1"/>
          </p:cNvSpPr>
          <p:nvPr>
            <p:ph idx="1"/>
          </p:nvPr>
        </p:nvSpPr>
        <p:spPr>
          <a:xfrm>
            <a:off x="786759" y="1133240"/>
            <a:ext cx="5126931" cy="3643859"/>
          </a:xfrm>
        </p:spPr>
        <p:txBody>
          <a:bodyPr>
            <a:normAutofit fontScale="92500" lnSpcReduction="20000"/>
          </a:bodyPr>
          <a:lstStyle/>
          <a:p>
            <a:pPr>
              <a:lnSpc>
                <a:spcPct val="90000"/>
              </a:lnSpc>
            </a:pPr>
            <a:r>
              <a:rPr lang="en-US" dirty="0"/>
              <a:t>A marketing research study was undertaken to identify the target market and to determine what those other options should be. </a:t>
            </a:r>
          </a:p>
          <a:p>
            <a:pPr>
              <a:lnSpc>
                <a:spcPct val="90000"/>
              </a:lnSpc>
            </a:pPr>
            <a:endParaRPr lang="en-US" dirty="0"/>
          </a:p>
          <a:p>
            <a:pPr>
              <a:lnSpc>
                <a:spcPct val="90000"/>
              </a:lnSpc>
            </a:pPr>
            <a:r>
              <a:rPr lang="en-US" dirty="0"/>
              <a:t>1) Tico Taco predicted that this “Super Sonic Taco” would be popular among men under 30 who are not concerned about health issues, such as fat content or calories.</a:t>
            </a:r>
            <a:endParaRPr lang="en-GB" dirty="0"/>
          </a:p>
          <a:p>
            <a:pPr>
              <a:lnSpc>
                <a:spcPct val="90000"/>
              </a:lnSpc>
            </a:pPr>
            <a:endParaRPr lang="en-US" dirty="0"/>
          </a:p>
          <a:p>
            <a:pPr>
              <a:lnSpc>
                <a:spcPct val="90000"/>
              </a:lnSpc>
            </a:pPr>
            <a:r>
              <a:rPr lang="en-US" dirty="0"/>
              <a:t>2) </a:t>
            </a:r>
            <a:r>
              <a:rPr lang="en-US" altLang="zh-CN" dirty="0"/>
              <a:t>They </a:t>
            </a:r>
            <a:r>
              <a:rPr lang="en-US" dirty="0"/>
              <a:t>recruited 500 men under 30, who are taco lovers, and asked them a question, ‘What, if anything, do you normally add to a taco that you have prepared at home besides meat?’ </a:t>
            </a:r>
          </a:p>
          <a:p>
            <a:pPr>
              <a:lnSpc>
                <a:spcPct val="90000"/>
              </a:lnSpc>
              <a:defRPr/>
            </a:pPr>
            <a:endParaRPr lang="en-GB" dirty="0"/>
          </a:p>
          <a:p>
            <a:pPr>
              <a:lnSpc>
                <a:spcPct val="90000"/>
              </a:lnSpc>
              <a:defRPr/>
            </a:pPr>
            <a:r>
              <a:rPr lang="en-GB" dirty="0"/>
              <a:t>Consider the Tico Taco example. </a:t>
            </a:r>
          </a:p>
          <a:p>
            <a:pPr lvl="1">
              <a:lnSpc>
                <a:spcPct val="90000"/>
              </a:lnSpc>
              <a:defRPr/>
            </a:pPr>
            <a:r>
              <a:rPr lang="en-GB" dirty="0">
                <a:solidFill>
                  <a:schemeClr val="tx1">
                    <a:lumMod val="50000"/>
                  </a:schemeClr>
                </a:solidFill>
              </a:rPr>
              <a:t>How to test the assumptions?</a:t>
            </a:r>
          </a:p>
          <a:p>
            <a:pPr lvl="1">
              <a:lnSpc>
                <a:spcPct val="90000"/>
              </a:lnSpc>
              <a:defRPr/>
            </a:pPr>
            <a:r>
              <a:rPr lang="en-GB" dirty="0">
                <a:solidFill>
                  <a:schemeClr val="tx1">
                    <a:lumMod val="50000"/>
                  </a:schemeClr>
                </a:solidFill>
              </a:rPr>
              <a:t>How to determine the best options for this group?</a:t>
            </a:r>
          </a:p>
          <a:p>
            <a:pPr lvl="1">
              <a:lnSpc>
                <a:spcPct val="90000"/>
              </a:lnSpc>
              <a:defRPr/>
            </a:pPr>
            <a:r>
              <a:rPr lang="en-GB" dirty="0">
                <a:solidFill>
                  <a:schemeClr val="tx1">
                    <a:lumMod val="50000"/>
                  </a:schemeClr>
                </a:solidFill>
              </a:rPr>
              <a:t>What are the differences between these two questions (statistics)?</a:t>
            </a:r>
          </a:p>
        </p:txBody>
      </p:sp>
      <p:pic>
        <p:nvPicPr>
          <p:cNvPr id="4" name="Picture 4">
            <a:extLst>
              <a:ext uri="{FF2B5EF4-FFF2-40B4-BE49-F238E27FC236}">
                <a16:creationId xmlns:a16="http://schemas.microsoft.com/office/drawing/2014/main" id="{E03B4BE8-AA50-314F-ADA5-F941AFA25170}"/>
              </a:ext>
            </a:extLst>
          </p:cNvPr>
          <p:cNvPicPr>
            <a:picLocks noChangeAspect="1"/>
          </p:cNvPicPr>
          <p:nvPr/>
        </p:nvPicPr>
        <p:blipFill>
          <a:blip r:embed="rId2"/>
          <a:stretch>
            <a:fillRect/>
          </a:stretch>
        </p:blipFill>
        <p:spPr>
          <a:xfrm>
            <a:off x="6365687" y="1321233"/>
            <a:ext cx="1507761" cy="3267871"/>
          </a:xfrm>
          <a:prstGeom prst="rect">
            <a:avLst/>
          </a:prstGeom>
          <a:noFill/>
        </p:spPr>
      </p:pic>
    </p:spTree>
    <p:extLst>
      <p:ext uri="{BB962C8B-B14F-4D97-AF65-F5344CB8AC3E}">
        <p14:creationId xmlns:p14="http://schemas.microsoft.com/office/powerpoint/2010/main" val="389271835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normAutofit/>
          </a:bodyPr>
          <a:lstStyle/>
          <a:p>
            <a:r>
              <a:rPr lang="de-AT" dirty="0"/>
              <a:t>Link </a:t>
            </a:r>
            <a:r>
              <a:rPr lang="de-AT" dirty="0" err="1"/>
              <a:t>to</a:t>
            </a:r>
            <a:r>
              <a:rPr lang="de-AT" dirty="0"/>
              <a:t> Marketing </a:t>
            </a:r>
            <a:r>
              <a:rPr lang="de-AT" dirty="0" err="1"/>
              <a:t>Theory</a:t>
            </a:r>
            <a:endParaRPr lang="de-DE" dirty="0">
              <a:latin typeface="+mn-lt"/>
              <a:cs typeface="Arial" panose="020B0604020202020204" pitchFamily="34" charset="0"/>
            </a:endParaRPr>
          </a:p>
        </p:txBody>
      </p:sp>
    </p:spTree>
    <p:extLst>
      <p:ext uri="{BB962C8B-B14F-4D97-AF65-F5344CB8AC3E}">
        <p14:creationId xmlns:p14="http://schemas.microsoft.com/office/powerpoint/2010/main" val="590634815"/>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197353" y="169100"/>
            <a:ext cx="7486237" cy="770069"/>
          </a:xfrm>
        </p:spPr>
        <p:txBody>
          <a:bodyPr>
            <a:normAutofit/>
          </a:bodyPr>
          <a:lstStyle/>
          <a:p>
            <a:r>
              <a:rPr lang="en-GB" dirty="0"/>
              <a:t>Two Types of Statistics</a:t>
            </a:r>
            <a:endParaRPr lang="de-DE" b="0" dirty="0">
              <a:latin typeface="+mn-lt"/>
              <a:cs typeface="Arial" panose="020B0604020202020204" pitchFamily="34" charset="0"/>
            </a:endParaRPr>
          </a:p>
        </p:txBody>
      </p:sp>
      <p:sp>
        <p:nvSpPr>
          <p:cNvPr id="6" name="Content Placeholder 1">
            <a:extLst>
              <a:ext uri="{FF2B5EF4-FFF2-40B4-BE49-F238E27FC236}">
                <a16:creationId xmlns:a16="http://schemas.microsoft.com/office/drawing/2014/main" id="{9422CF6F-5598-2246-9FB3-3AB5E0CC32B4}"/>
              </a:ext>
            </a:extLst>
          </p:cNvPr>
          <p:cNvSpPr>
            <a:spLocks noGrp="1"/>
          </p:cNvSpPr>
          <p:nvPr>
            <p:ph idx="1"/>
          </p:nvPr>
        </p:nvSpPr>
        <p:spPr/>
        <p:txBody>
          <a:bodyPr>
            <a:normAutofit/>
          </a:bodyPr>
          <a:lstStyle/>
          <a:p>
            <a:pPr marL="342900" indent="-342900">
              <a:buFont typeface="Arial" panose="020B0604020202020204" pitchFamily="34" charset="0"/>
              <a:buChar char="•"/>
            </a:pPr>
            <a:r>
              <a:rPr lang="en-GB" sz="1400" u="sng" dirty="0"/>
              <a:t>Descriptive Statistics</a:t>
            </a:r>
          </a:p>
          <a:p>
            <a:pPr marL="1028700" lvl="1" indent="-285750">
              <a:buFont typeface="Arial" panose="020B0604020202020204" pitchFamily="34" charset="0"/>
              <a:buChar char="•"/>
            </a:pPr>
            <a:r>
              <a:rPr lang="en-US" dirty="0"/>
              <a:t>Descriptive statistics are brief descriptive coefficients that summarize a given data set, which can be either a representation of the entire or a sample of a population. </a:t>
            </a:r>
          </a:p>
          <a:p>
            <a:pPr marL="1028700" lvl="1" indent="-285750">
              <a:buFont typeface="Arial" panose="020B0604020202020204" pitchFamily="34" charset="0"/>
              <a:buChar char="•"/>
            </a:pPr>
            <a:r>
              <a:rPr lang="en-US" dirty="0"/>
              <a:t>Descriptive statistics are broken down into measures of central tendency and measures of variability (spread). Measures of central tendency include the mean, median, and mode, while measures of variability include the standard deviation, variance, the minimum and maximum variables, and the kurtosis and skewness.</a:t>
            </a:r>
          </a:p>
          <a:p>
            <a:pPr marL="1085850" lvl="1" indent="-342900">
              <a:buFont typeface="Arial" panose="020B0604020202020204" pitchFamily="34" charset="0"/>
              <a:buChar char="•"/>
            </a:pPr>
            <a:endParaRPr lang="en-GB" dirty="0"/>
          </a:p>
          <a:p>
            <a:pPr marL="342900" indent="-342900">
              <a:buFont typeface="Arial" panose="020B0604020202020204" pitchFamily="34" charset="0"/>
              <a:buChar char="•"/>
            </a:pPr>
            <a:r>
              <a:rPr lang="en-GB" sz="1400" u="sng" dirty="0"/>
              <a:t>Inductive Statistics (Hypothesis Testing)</a:t>
            </a:r>
          </a:p>
          <a:p>
            <a:pPr lvl="4">
              <a:buFont typeface="Arial" panose="020B0604020202020204" pitchFamily="34" charset="0"/>
              <a:buChar char="•"/>
            </a:pPr>
            <a:r>
              <a:rPr lang="en-GB" sz="1400" dirty="0"/>
              <a:t>Inductive statistics is the phase of statistics which is concerned with the conditions      under which conclusions about populations can be drawn from analysis of particular samples. </a:t>
            </a:r>
          </a:p>
          <a:p>
            <a:pPr lvl="4">
              <a:buFont typeface="Arial" panose="020B0604020202020204" pitchFamily="34" charset="0"/>
              <a:buChar char="•"/>
            </a:pPr>
            <a:r>
              <a:rPr lang="en-GB" sz="1400" dirty="0"/>
              <a:t>Inductive statistics is also known as statistical inference, or inferential statistics. </a:t>
            </a:r>
          </a:p>
        </p:txBody>
      </p:sp>
    </p:spTree>
    <p:extLst>
      <p:ext uri="{BB962C8B-B14F-4D97-AF65-F5344CB8AC3E}">
        <p14:creationId xmlns:p14="http://schemas.microsoft.com/office/powerpoint/2010/main" val="385722984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197353" y="169100"/>
            <a:ext cx="7486237" cy="770069"/>
          </a:xfrm>
        </p:spPr>
        <p:txBody>
          <a:bodyPr>
            <a:normAutofit/>
          </a:bodyPr>
          <a:lstStyle/>
          <a:p>
            <a:r>
              <a:rPr lang="en-GB" dirty="0"/>
              <a:t>Illustration of Primary Scales</a:t>
            </a:r>
            <a:endParaRPr lang="de-DE" b="0" dirty="0">
              <a:latin typeface="+mn-lt"/>
              <a:cs typeface="Arial" panose="020B0604020202020204" pitchFamily="34" charset="0"/>
            </a:endParaRPr>
          </a:p>
        </p:txBody>
      </p:sp>
      <p:pic>
        <p:nvPicPr>
          <p:cNvPr id="4" name="Picture 3">
            <a:extLst>
              <a:ext uri="{FF2B5EF4-FFF2-40B4-BE49-F238E27FC236}">
                <a16:creationId xmlns:a16="http://schemas.microsoft.com/office/drawing/2014/main" id="{3F1DD5B9-408E-B04F-B156-2F0BCB058455}"/>
              </a:ext>
            </a:extLst>
          </p:cNvPr>
          <p:cNvPicPr>
            <a:picLocks noGrp="1" noChangeAspect="1"/>
          </p:cNvPicPr>
          <p:nvPr>
            <p:ph idx="1"/>
          </p:nvPr>
        </p:nvPicPr>
        <p:blipFill>
          <a:blip r:embed="rId2"/>
          <a:stretch>
            <a:fillRect/>
          </a:stretch>
        </p:blipFill>
        <p:spPr>
          <a:xfrm>
            <a:off x="2054831" y="1169988"/>
            <a:ext cx="5034337" cy="3657600"/>
          </a:xfrm>
          <a:prstGeom prst="rect">
            <a:avLst/>
          </a:prstGeom>
        </p:spPr>
      </p:pic>
    </p:spTree>
    <p:extLst>
      <p:ext uri="{BB962C8B-B14F-4D97-AF65-F5344CB8AC3E}">
        <p14:creationId xmlns:p14="http://schemas.microsoft.com/office/powerpoint/2010/main" val="2021800464"/>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197353" y="169100"/>
            <a:ext cx="7486237" cy="770069"/>
          </a:xfrm>
        </p:spPr>
        <p:txBody>
          <a:bodyPr>
            <a:normAutofit/>
          </a:bodyPr>
          <a:lstStyle/>
          <a:p>
            <a:r>
              <a:rPr lang="en-GB" dirty="0"/>
              <a:t>Illustration of Primary Scales II</a:t>
            </a:r>
            <a:endParaRPr lang="de-DE" b="0" dirty="0">
              <a:latin typeface="+mn-lt"/>
              <a:cs typeface="Arial" panose="020B0604020202020204" pitchFamily="34" charset="0"/>
            </a:endParaRPr>
          </a:p>
        </p:txBody>
      </p:sp>
      <p:pic>
        <p:nvPicPr>
          <p:cNvPr id="4" name="Picture 4" descr="\\192.168.9.252\08macdata04\08VOL4\Graphics\Powerpoint\PE_UK\PE544-MALHOTRA\Final files\GIF\ch12\M12NT002.gif">
            <a:extLst>
              <a:ext uri="{FF2B5EF4-FFF2-40B4-BE49-F238E27FC236}">
                <a16:creationId xmlns:a16="http://schemas.microsoft.com/office/drawing/2014/main" id="{ED15DBC7-221B-6346-81FF-4530DF9BB48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54428" y="1169988"/>
            <a:ext cx="6635143"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59764871"/>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75A57EC-EC5A-46A6-AF8E-29709C01353B}"/>
              </a:ext>
            </a:extLst>
          </p:cNvPr>
          <p:cNvSpPr>
            <a:spLocks noGrp="1"/>
          </p:cNvSpPr>
          <p:nvPr>
            <p:ph type="title"/>
          </p:nvPr>
        </p:nvSpPr>
        <p:spPr/>
        <p:txBody>
          <a:bodyPr/>
          <a:lstStyle/>
          <a:p>
            <a:r>
              <a:rPr lang="en-GB" dirty="0"/>
              <a:t>Primary Scales of Measurement</a:t>
            </a:r>
          </a:p>
        </p:txBody>
      </p:sp>
      <p:pic>
        <p:nvPicPr>
          <p:cNvPr id="4" name="Picture 3">
            <a:extLst>
              <a:ext uri="{FF2B5EF4-FFF2-40B4-BE49-F238E27FC236}">
                <a16:creationId xmlns:a16="http://schemas.microsoft.com/office/drawing/2014/main" id="{99C3BE4E-7973-4BB0-99FC-FEF9B138C557}"/>
              </a:ext>
            </a:extLst>
          </p:cNvPr>
          <p:cNvPicPr>
            <a:picLocks noChangeAspect="1"/>
          </p:cNvPicPr>
          <p:nvPr/>
        </p:nvPicPr>
        <p:blipFill>
          <a:blip r:embed="rId2"/>
          <a:stretch>
            <a:fillRect/>
          </a:stretch>
        </p:blipFill>
        <p:spPr>
          <a:xfrm>
            <a:off x="1709679" y="1193060"/>
            <a:ext cx="5724641" cy="3616766"/>
          </a:xfrm>
          <a:prstGeom prst="rect">
            <a:avLst/>
          </a:prstGeom>
        </p:spPr>
      </p:pic>
    </p:spTree>
    <p:extLst>
      <p:ext uri="{BB962C8B-B14F-4D97-AF65-F5344CB8AC3E}">
        <p14:creationId xmlns:p14="http://schemas.microsoft.com/office/powerpoint/2010/main" val="729251551"/>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normAutofit/>
          </a:bodyPr>
          <a:lstStyle/>
          <a:p>
            <a:r>
              <a:rPr lang="en-GB" dirty="0"/>
              <a:t>Descriptive Statistics</a:t>
            </a:r>
            <a:endParaRPr lang="de-DE" dirty="0">
              <a:latin typeface="+mn-lt"/>
              <a:cs typeface="Arial" panose="020B0604020202020204" pitchFamily="34" charset="0"/>
            </a:endParaRPr>
          </a:p>
        </p:txBody>
      </p:sp>
    </p:spTree>
    <p:extLst>
      <p:ext uri="{BB962C8B-B14F-4D97-AF65-F5344CB8AC3E}">
        <p14:creationId xmlns:p14="http://schemas.microsoft.com/office/powerpoint/2010/main" val="2601041929"/>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197353" y="169100"/>
            <a:ext cx="7486237" cy="770069"/>
          </a:xfrm>
        </p:spPr>
        <p:txBody>
          <a:bodyPr>
            <a:normAutofit/>
          </a:bodyPr>
          <a:lstStyle/>
          <a:p>
            <a:r>
              <a:rPr lang="en-GB" dirty="0"/>
              <a:t>Central tendency: the mode</a:t>
            </a:r>
            <a:endParaRPr lang="de-DE" b="0" dirty="0">
              <a:latin typeface="+mn-lt"/>
              <a:cs typeface="Arial" panose="020B0604020202020204" pitchFamily="34" charset="0"/>
            </a:endParaRPr>
          </a:p>
        </p:txBody>
      </p:sp>
      <p:sp>
        <p:nvSpPr>
          <p:cNvPr id="3" name="Inhaltsplatzhalter 2"/>
          <p:cNvSpPr>
            <a:spLocks noGrp="1"/>
          </p:cNvSpPr>
          <p:nvPr>
            <p:ph idx="1"/>
          </p:nvPr>
        </p:nvSpPr>
        <p:spPr>
          <a:xfrm>
            <a:off x="329686" y="1169429"/>
            <a:ext cx="8484628" cy="3657877"/>
          </a:xfrm>
        </p:spPr>
        <p:txBody>
          <a:bodyPr>
            <a:normAutofit/>
          </a:bodyPr>
          <a:lstStyle/>
          <a:p>
            <a:pPr marL="0" indent="0">
              <a:buNone/>
            </a:pPr>
            <a:r>
              <a:rPr lang="en-GB" dirty="0"/>
              <a:t>Mode</a:t>
            </a:r>
          </a:p>
          <a:p>
            <a:pPr marL="180975" lvl="1" indent="0">
              <a:buNone/>
            </a:pPr>
            <a:r>
              <a:rPr lang="en-GB" dirty="0">
                <a:solidFill>
                  <a:schemeClr val="tx2"/>
                </a:solidFill>
              </a:rPr>
              <a:t>- The most frequent score</a:t>
            </a:r>
          </a:p>
          <a:p>
            <a:pPr marL="0" indent="0">
              <a:buNone/>
            </a:pPr>
            <a:r>
              <a:rPr lang="en-GB" dirty="0"/>
              <a:t>Bimodal</a:t>
            </a:r>
          </a:p>
          <a:p>
            <a:pPr marL="180975" lvl="1" indent="0">
              <a:buNone/>
            </a:pPr>
            <a:r>
              <a:rPr lang="en-GB" dirty="0">
                <a:solidFill>
                  <a:schemeClr val="tx2"/>
                </a:solidFill>
              </a:rPr>
              <a:t>- Having two modes</a:t>
            </a:r>
          </a:p>
          <a:p>
            <a:pPr marL="0" indent="0">
              <a:buNone/>
            </a:pPr>
            <a:r>
              <a:rPr lang="en-GB" dirty="0"/>
              <a:t>Multimodal</a:t>
            </a:r>
          </a:p>
          <a:p>
            <a:pPr marL="180975" lvl="1" indent="0">
              <a:buNone/>
            </a:pPr>
            <a:r>
              <a:rPr lang="en-GB" dirty="0">
                <a:solidFill>
                  <a:schemeClr val="tx2"/>
                </a:solidFill>
              </a:rPr>
              <a:t>- Having several modes</a:t>
            </a:r>
          </a:p>
          <a:p>
            <a:pPr>
              <a:spcAft>
                <a:spcPts val="1800"/>
              </a:spcAft>
            </a:pPr>
            <a:endParaRPr lang="de-AT"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638523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197353" y="169100"/>
            <a:ext cx="7486237" cy="770069"/>
          </a:xfrm>
        </p:spPr>
        <p:txBody>
          <a:bodyPr>
            <a:normAutofit/>
          </a:bodyPr>
          <a:lstStyle/>
          <a:p>
            <a:r>
              <a:rPr lang="en-GB" dirty="0"/>
              <a:t>Central tendency: the median</a:t>
            </a:r>
            <a:endParaRPr lang="de-DE" b="0" dirty="0">
              <a:latin typeface="+mn-lt"/>
              <a:cs typeface="Arial" panose="020B0604020202020204" pitchFamily="34" charset="0"/>
            </a:endParaRPr>
          </a:p>
        </p:txBody>
      </p:sp>
      <p:sp>
        <p:nvSpPr>
          <p:cNvPr id="4" name="Content Placeholder 2">
            <a:extLst>
              <a:ext uri="{FF2B5EF4-FFF2-40B4-BE49-F238E27FC236}">
                <a16:creationId xmlns:a16="http://schemas.microsoft.com/office/drawing/2014/main" id="{288E551F-23C4-C74E-BFF1-FE6DA7A7E0E6}"/>
              </a:ext>
            </a:extLst>
          </p:cNvPr>
          <p:cNvSpPr>
            <a:spLocks noGrp="1"/>
          </p:cNvSpPr>
          <p:nvPr>
            <p:ph idx="1"/>
          </p:nvPr>
        </p:nvSpPr>
        <p:spPr>
          <a:xfrm>
            <a:off x="330200" y="1169988"/>
            <a:ext cx="8483600" cy="3657600"/>
          </a:xfrm>
        </p:spPr>
        <p:txBody>
          <a:bodyPr/>
          <a:lstStyle/>
          <a:p>
            <a:r>
              <a:rPr lang="en-GB" dirty="0"/>
              <a:t>The Median is the middle score when scores are ordered:</a:t>
            </a:r>
          </a:p>
        </p:txBody>
      </p:sp>
      <p:pic>
        <p:nvPicPr>
          <p:cNvPr id="5" name="Picture 4">
            <a:extLst>
              <a:ext uri="{FF2B5EF4-FFF2-40B4-BE49-F238E27FC236}">
                <a16:creationId xmlns:a16="http://schemas.microsoft.com/office/drawing/2014/main" id="{6BFCB51E-C475-C849-943E-584DE59D20E7}"/>
              </a:ext>
            </a:extLst>
          </p:cNvPr>
          <p:cNvPicPr/>
          <p:nvPr/>
        </p:nvPicPr>
        <p:blipFill>
          <a:blip r:embed="rId2" cstate="email">
            <a:extLst>
              <a:ext uri="{28A0092B-C50C-407E-A947-70E740481C1C}">
                <a14:useLocalDpi xmlns:a14="http://schemas.microsoft.com/office/drawing/2010/main" val="0"/>
              </a:ext>
            </a:extLst>
          </a:blip>
          <a:stretch>
            <a:fillRect/>
          </a:stretch>
        </p:blipFill>
        <p:spPr>
          <a:xfrm>
            <a:off x="1634490" y="2170361"/>
            <a:ext cx="5875020" cy="2122185"/>
          </a:xfrm>
          <a:prstGeom prst="rect">
            <a:avLst/>
          </a:prstGeom>
        </p:spPr>
      </p:pic>
    </p:spTree>
    <p:extLst>
      <p:ext uri="{BB962C8B-B14F-4D97-AF65-F5344CB8AC3E}">
        <p14:creationId xmlns:p14="http://schemas.microsoft.com/office/powerpoint/2010/main" val="277437600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GB" dirty="0"/>
              <a:t>Mean</a:t>
            </a:r>
          </a:p>
          <a:p>
            <a:pPr lvl="1"/>
            <a:r>
              <a:rPr lang="en-GB" dirty="0"/>
              <a:t>The sum of scores divided by the number of scores.</a:t>
            </a:r>
          </a:p>
          <a:p>
            <a:pPr lvl="1"/>
            <a:r>
              <a:rPr lang="en-GB" dirty="0"/>
              <a:t>Number of friends of 11 </a:t>
            </a:r>
            <a:r>
              <a:rPr lang="en-GB" dirty="0" err="1"/>
              <a:t>Facebook</a:t>
            </a:r>
            <a:r>
              <a:rPr lang="en-GB" dirty="0"/>
              <a:t> users.</a:t>
            </a:r>
          </a:p>
        </p:txBody>
      </p:sp>
      <p:sp>
        <p:nvSpPr>
          <p:cNvPr id="2" name="Title 1"/>
          <p:cNvSpPr>
            <a:spLocks noGrp="1"/>
          </p:cNvSpPr>
          <p:nvPr>
            <p:ph type="title"/>
          </p:nvPr>
        </p:nvSpPr>
        <p:spPr/>
        <p:txBody>
          <a:bodyPr/>
          <a:lstStyle/>
          <a:p>
            <a:r>
              <a:rPr lang="en-GB" dirty="0"/>
              <a:t>Central tendency: the mean</a:t>
            </a:r>
          </a:p>
        </p:txBody>
      </p:sp>
      <p:sp>
        <p:nvSpPr>
          <p:cNvPr id="8194" name="Rectangle 2"/>
          <p:cNvSpPr>
            <a:spLocks noChangeArrowheads="1"/>
          </p:cNvSpPr>
          <p:nvPr/>
        </p:nvSpPr>
        <p:spPr bwMode="auto">
          <a:xfrm>
            <a:off x="2000251" y="530406"/>
            <a:ext cx="103939" cy="225063"/>
          </a:xfrm>
          <a:prstGeom prst="rect">
            <a:avLst/>
          </a:prstGeom>
          <a:noFill/>
          <a:ln w="9525">
            <a:noFill/>
            <a:miter lim="800000"/>
            <a:headEnd/>
            <a:tailEnd/>
          </a:ln>
          <a:effectLst/>
        </p:spPr>
        <p:txBody>
          <a:bodyPr vert="horz" wrap="none" lIns="51435" tIns="25718" rIns="51435" bIns="25718" numCol="1" anchor="ctr" anchorCtr="0" compatLnSpc="1">
            <a:prstTxWarp prst="textNoShape">
              <a:avLst/>
            </a:prstTxWarp>
            <a:spAutoFit/>
          </a:bodyPr>
          <a:lstStyle/>
          <a:p>
            <a:pPr defTabSz="685800" fontAlgn="base">
              <a:spcBef>
                <a:spcPct val="50000"/>
              </a:spcBef>
              <a:spcAft>
                <a:spcPct val="0"/>
              </a:spcAft>
            </a:pPr>
            <a:endParaRPr lang="en-GB" sz="1125" b="1">
              <a:solidFill>
                <a:srgbClr val="203D75"/>
              </a:solidFill>
              <a:latin typeface="Arial" panose="020B0604020202020204" pitchFamily="34" charset="0"/>
            </a:endParaRPr>
          </a:p>
        </p:txBody>
      </p:sp>
      <p:sp>
        <p:nvSpPr>
          <p:cNvPr id="8196" name="Rectangle 4"/>
          <p:cNvSpPr>
            <a:spLocks noChangeArrowheads="1"/>
          </p:cNvSpPr>
          <p:nvPr/>
        </p:nvSpPr>
        <p:spPr bwMode="auto">
          <a:xfrm>
            <a:off x="2000251" y="530406"/>
            <a:ext cx="103939" cy="225063"/>
          </a:xfrm>
          <a:prstGeom prst="rect">
            <a:avLst/>
          </a:prstGeom>
          <a:noFill/>
          <a:ln w="9525">
            <a:noFill/>
            <a:miter lim="800000"/>
            <a:headEnd/>
            <a:tailEnd/>
          </a:ln>
          <a:effectLst/>
        </p:spPr>
        <p:txBody>
          <a:bodyPr vert="horz" wrap="none" lIns="51435" tIns="25718" rIns="51435" bIns="25718" numCol="1" anchor="ctr" anchorCtr="0" compatLnSpc="1">
            <a:prstTxWarp prst="textNoShape">
              <a:avLst/>
            </a:prstTxWarp>
            <a:spAutoFit/>
          </a:bodyPr>
          <a:lstStyle/>
          <a:p>
            <a:pPr defTabSz="685800" fontAlgn="base">
              <a:spcBef>
                <a:spcPct val="50000"/>
              </a:spcBef>
              <a:spcAft>
                <a:spcPct val="0"/>
              </a:spcAft>
            </a:pPr>
            <a:endParaRPr lang="en-GB" sz="1125" b="1">
              <a:solidFill>
                <a:srgbClr val="203D75"/>
              </a:solidFill>
              <a:latin typeface="Arial" panose="020B0604020202020204" pitchFamily="34" charset="0"/>
            </a:endParaRPr>
          </a:p>
        </p:txBody>
      </p:sp>
      <p:sp>
        <p:nvSpPr>
          <p:cNvPr id="8198" name="Rectangle 6"/>
          <p:cNvSpPr>
            <a:spLocks noChangeArrowheads="1"/>
          </p:cNvSpPr>
          <p:nvPr/>
        </p:nvSpPr>
        <p:spPr bwMode="auto">
          <a:xfrm>
            <a:off x="2000251" y="530406"/>
            <a:ext cx="103939" cy="225063"/>
          </a:xfrm>
          <a:prstGeom prst="rect">
            <a:avLst/>
          </a:prstGeom>
          <a:noFill/>
          <a:ln w="9525">
            <a:noFill/>
            <a:miter lim="800000"/>
            <a:headEnd/>
            <a:tailEnd/>
          </a:ln>
          <a:effectLst/>
        </p:spPr>
        <p:txBody>
          <a:bodyPr vert="horz" wrap="none" lIns="51435" tIns="25718" rIns="51435" bIns="25718" numCol="1" anchor="ctr" anchorCtr="0" compatLnSpc="1">
            <a:prstTxWarp prst="textNoShape">
              <a:avLst/>
            </a:prstTxWarp>
            <a:spAutoFit/>
          </a:bodyPr>
          <a:lstStyle/>
          <a:p>
            <a:pPr defTabSz="685800" fontAlgn="base">
              <a:spcBef>
                <a:spcPct val="50000"/>
              </a:spcBef>
              <a:spcAft>
                <a:spcPct val="0"/>
              </a:spcAft>
            </a:pPr>
            <a:endParaRPr lang="en-GB" sz="1125" b="1">
              <a:solidFill>
                <a:srgbClr val="203D75"/>
              </a:solidFill>
              <a:latin typeface="Arial" panose="020B0604020202020204" pitchFamily="34" charset="0"/>
            </a:endParaRPr>
          </a:p>
        </p:txBody>
      </p:sp>
      <p:pic>
        <p:nvPicPr>
          <p:cNvPr id="7" name="Picture 6"/>
          <p:cNvPicPr>
            <a:picLocks noChangeAspect="1"/>
          </p:cNvPicPr>
          <p:nvPr/>
        </p:nvPicPr>
        <p:blipFill>
          <a:blip r:embed="rId3"/>
          <a:stretch>
            <a:fillRect/>
          </a:stretch>
        </p:blipFill>
        <p:spPr>
          <a:xfrm>
            <a:off x="3936206" y="2557463"/>
            <a:ext cx="1205294" cy="651510"/>
          </a:xfrm>
          <a:prstGeom prst="rect">
            <a:avLst/>
          </a:prstGeom>
        </p:spPr>
      </p:pic>
      <p:pic>
        <p:nvPicPr>
          <p:cNvPr id="8" name="Picture 7"/>
          <p:cNvPicPr>
            <a:picLocks noChangeAspect="1"/>
          </p:cNvPicPr>
          <p:nvPr/>
        </p:nvPicPr>
        <p:blipFill>
          <a:blip r:embed="rId4"/>
          <a:stretch>
            <a:fillRect/>
          </a:stretch>
        </p:blipFill>
        <p:spPr>
          <a:xfrm>
            <a:off x="3071814" y="3193258"/>
            <a:ext cx="3118247" cy="546497"/>
          </a:xfrm>
          <a:prstGeom prst="rect">
            <a:avLst/>
          </a:prstGeom>
        </p:spPr>
      </p:pic>
      <p:pic>
        <p:nvPicPr>
          <p:cNvPr id="9" name="Picture 8"/>
          <p:cNvPicPr>
            <a:picLocks noChangeAspect="1"/>
          </p:cNvPicPr>
          <p:nvPr/>
        </p:nvPicPr>
        <p:blipFill>
          <a:blip r:embed="rId5"/>
          <a:stretch>
            <a:fillRect/>
          </a:stretch>
        </p:blipFill>
        <p:spPr>
          <a:xfrm>
            <a:off x="3143250" y="3907633"/>
            <a:ext cx="1339454" cy="460772"/>
          </a:xfrm>
          <a:prstGeom prst="rect">
            <a:avLst/>
          </a:prstGeom>
        </p:spPr>
      </p:pic>
    </p:spTree>
    <p:extLst>
      <p:ext uri="{BB962C8B-B14F-4D97-AF65-F5344CB8AC3E}">
        <p14:creationId xmlns:p14="http://schemas.microsoft.com/office/powerpoint/2010/main" val="1872653305"/>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GB" dirty="0"/>
              <a:t>The Range</a:t>
            </a:r>
          </a:p>
          <a:p>
            <a:pPr lvl="1"/>
            <a:r>
              <a:rPr lang="en-GB" dirty="0"/>
              <a:t>The smallest score subtracted from the largest</a:t>
            </a:r>
          </a:p>
          <a:p>
            <a:pPr lvl="1"/>
            <a:r>
              <a:rPr lang="en-GB" dirty="0"/>
              <a:t>For our Facebook friends data the highest score is 234 and the lowest is 22; therefore the range is: 234 −22 = 212</a:t>
            </a:r>
          </a:p>
        </p:txBody>
      </p:sp>
      <p:sp>
        <p:nvSpPr>
          <p:cNvPr id="2" name="Title 1"/>
          <p:cNvSpPr>
            <a:spLocks noGrp="1"/>
          </p:cNvSpPr>
          <p:nvPr>
            <p:ph type="title"/>
          </p:nvPr>
        </p:nvSpPr>
        <p:spPr/>
        <p:txBody>
          <a:bodyPr/>
          <a:lstStyle/>
          <a:p>
            <a:r>
              <a:rPr lang="en-GB" dirty="0"/>
              <a:t>The dispersion: range</a:t>
            </a:r>
          </a:p>
        </p:txBody>
      </p:sp>
    </p:spTree>
    <p:extLst>
      <p:ext uri="{BB962C8B-B14F-4D97-AF65-F5344CB8AC3E}">
        <p14:creationId xmlns:p14="http://schemas.microsoft.com/office/powerpoint/2010/main" val="3385633723"/>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p:txBody>
          <a:bodyPr/>
          <a:lstStyle/>
          <a:p>
            <a:r>
              <a:rPr lang="en-US" dirty="0"/>
              <a:t>We can calculate the spread of scores by looking at how different each score is from the center of a distribution e.g. the mean:</a:t>
            </a:r>
          </a:p>
        </p:txBody>
      </p:sp>
      <p:sp>
        <p:nvSpPr>
          <p:cNvPr id="2" name="Title 1"/>
          <p:cNvSpPr>
            <a:spLocks noGrp="1"/>
          </p:cNvSpPr>
          <p:nvPr>
            <p:ph type="title"/>
          </p:nvPr>
        </p:nvSpPr>
        <p:spPr/>
        <p:txBody>
          <a:bodyPr/>
          <a:lstStyle/>
          <a:p>
            <a:r>
              <a:rPr lang="en-US" dirty="0"/>
              <a:t>Deviance</a:t>
            </a:r>
          </a:p>
        </p:txBody>
      </p:sp>
      <p:pic>
        <p:nvPicPr>
          <p:cNvPr id="5" name="Picture 4"/>
          <p:cNvPicPr>
            <a:picLocks noChangeAspect="1"/>
          </p:cNvPicPr>
          <p:nvPr/>
        </p:nvPicPr>
        <p:blipFill>
          <a:blip r:embed="rId3"/>
          <a:stretch>
            <a:fillRect/>
          </a:stretch>
        </p:blipFill>
        <p:spPr>
          <a:xfrm>
            <a:off x="3579019" y="2678906"/>
            <a:ext cx="1928813" cy="514350"/>
          </a:xfrm>
          <a:prstGeom prst="rect">
            <a:avLst/>
          </a:prstGeom>
        </p:spPr>
      </p:pic>
      <p:pic>
        <p:nvPicPr>
          <p:cNvPr id="6" name="Picture 5"/>
          <p:cNvPicPr>
            <a:picLocks noChangeAspect="1"/>
          </p:cNvPicPr>
          <p:nvPr/>
        </p:nvPicPr>
        <p:blipFill>
          <a:blip r:embed="rId4"/>
          <a:stretch>
            <a:fillRect/>
          </a:stretch>
        </p:blipFill>
        <p:spPr>
          <a:xfrm>
            <a:off x="3250406" y="3157537"/>
            <a:ext cx="2786063" cy="728663"/>
          </a:xfrm>
          <a:prstGeom prst="rect">
            <a:avLst/>
          </a:prstGeom>
        </p:spPr>
      </p:pic>
    </p:spTree>
    <p:extLst>
      <p:ext uri="{BB962C8B-B14F-4D97-AF65-F5344CB8AC3E}">
        <p14:creationId xmlns:p14="http://schemas.microsoft.com/office/powerpoint/2010/main" val="3070757798"/>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sz="1575" dirty="0"/>
              <a:t>Indicates the total dispersion, or total deviance of scores from the mean:</a:t>
            </a:r>
          </a:p>
          <a:p>
            <a:endParaRPr lang="en-US" sz="1575" dirty="0"/>
          </a:p>
          <a:p>
            <a:endParaRPr lang="en-US" sz="1575" dirty="0"/>
          </a:p>
          <a:p>
            <a:r>
              <a:rPr lang="en-US" sz="1575" dirty="0"/>
              <a:t>It’s size is dependent on the number of scores in the data. </a:t>
            </a:r>
          </a:p>
          <a:p>
            <a:r>
              <a:rPr lang="en-US" sz="1575" dirty="0"/>
              <a:t>More useful to work with the average dispersion, known as the </a:t>
            </a:r>
            <a:r>
              <a:rPr lang="en-US" sz="1575" b="1" dirty="0"/>
              <a:t>variance</a:t>
            </a:r>
            <a:r>
              <a:rPr lang="en-US" sz="1575" dirty="0"/>
              <a:t>:</a:t>
            </a:r>
            <a:endParaRPr lang="en-US" sz="1575" b="1" dirty="0"/>
          </a:p>
          <a:p>
            <a:endParaRPr lang="en-US" dirty="0"/>
          </a:p>
        </p:txBody>
      </p:sp>
      <p:sp>
        <p:nvSpPr>
          <p:cNvPr id="2" name="Title 1"/>
          <p:cNvSpPr>
            <a:spLocks noGrp="1"/>
          </p:cNvSpPr>
          <p:nvPr>
            <p:ph type="title"/>
          </p:nvPr>
        </p:nvSpPr>
        <p:spPr/>
        <p:txBody>
          <a:bodyPr/>
          <a:lstStyle/>
          <a:p>
            <a:r>
              <a:rPr lang="en-US" dirty="0"/>
              <a:t>Sum of squared errors, SS</a:t>
            </a:r>
          </a:p>
        </p:txBody>
      </p:sp>
      <p:pic>
        <p:nvPicPr>
          <p:cNvPr id="4" name="Picture 3"/>
          <p:cNvPicPr>
            <a:picLocks noChangeAspect="1"/>
          </p:cNvPicPr>
          <p:nvPr/>
        </p:nvPicPr>
        <p:blipFill>
          <a:blip r:embed="rId3"/>
          <a:stretch>
            <a:fillRect/>
          </a:stretch>
        </p:blipFill>
        <p:spPr>
          <a:xfrm>
            <a:off x="3114675" y="3257550"/>
            <a:ext cx="2657475" cy="528638"/>
          </a:xfrm>
          <a:prstGeom prst="rect">
            <a:avLst/>
          </a:prstGeom>
        </p:spPr>
      </p:pic>
      <p:pic>
        <p:nvPicPr>
          <p:cNvPr id="6" name="Picture 5"/>
          <p:cNvPicPr>
            <a:picLocks noChangeAspect="1"/>
          </p:cNvPicPr>
          <p:nvPr/>
        </p:nvPicPr>
        <p:blipFill>
          <a:blip r:embed="rId4"/>
          <a:stretch>
            <a:fillRect/>
          </a:stretch>
        </p:blipFill>
        <p:spPr>
          <a:xfrm>
            <a:off x="3114675" y="3786187"/>
            <a:ext cx="3053954" cy="471488"/>
          </a:xfrm>
          <a:prstGeom prst="rect">
            <a:avLst/>
          </a:prstGeom>
        </p:spPr>
      </p:pic>
    </p:spTree>
    <p:extLst>
      <p:ext uri="{BB962C8B-B14F-4D97-AF65-F5344CB8AC3E}">
        <p14:creationId xmlns:p14="http://schemas.microsoft.com/office/powerpoint/2010/main" val="3048451596"/>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1350" dirty="0"/>
              <a:t>The variance gives us a measure in units squared.</a:t>
            </a:r>
          </a:p>
          <a:p>
            <a:pPr lvl="1"/>
            <a:r>
              <a:rPr lang="en-US" sz="1350" dirty="0"/>
              <a:t>In our Facebook example we would have to say that the average error in out data was 3224.6 friends squared.</a:t>
            </a:r>
          </a:p>
          <a:p>
            <a:r>
              <a:rPr lang="en-US" sz="1350" dirty="0"/>
              <a:t>This problem is solved by taking the square root of the variance, which is known as the standard deviation:</a:t>
            </a:r>
          </a:p>
        </p:txBody>
      </p:sp>
      <p:sp>
        <p:nvSpPr>
          <p:cNvPr id="2" name="Title 1"/>
          <p:cNvSpPr>
            <a:spLocks noGrp="1"/>
          </p:cNvSpPr>
          <p:nvPr>
            <p:ph type="title"/>
          </p:nvPr>
        </p:nvSpPr>
        <p:spPr/>
        <p:txBody>
          <a:bodyPr/>
          <a:lstStyle/>
          <a:p>
            <a:r>
              <a:rPr lang="en-US" dirty="0"/>
              <a:t>Standard deviation</a:t>
            </a:r>
          </a:p>
        </p:txBody>
      </p:sp>
      <p:pic>
        <p:nvPicPr>
          <p:cNvPr id="4" name="Picture 3"/>
          <p:cNvPicPr>
            <a:picLocks noChangeAspect="1"/>
          </p:cNvPicPr>
          <p:nvPr/>
        </p:nvPicPr>
        <p:blipFill>
          <a:blip r:embed="rId3"/>
          <a:stretch>
            <a:fillRect/>
          </a:stretch>
        </p:blipFill>
        <p:spPr>
          <a:xfrm>
            <a:off x="4614863" y="2971800"/>
            <a:ext cx="1666296" cy="1343239"/>
          </a:xfrm>
          <a:prstGeom prst="rect">
            <a:avLst/>
          </a:prstGeom>
        </p:spPr>
      </p:pic>
    </p:spTree>
    <p:extLst>
      <p:ext uri="{BB962C8B-B14F-4D97-AF65-F5344CB8AC3E}">
        <p14:creationId xmlns:p14="http://schemas.microsoft.com/office/powerpoint/2010/main" val="1939676111"/>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Same mean, different </a:t>
            </a:r>
            <a:r>
              <a:rPr lang="en-GB" dirty="0" err="1"/>
              <a:t>sd</a:t>
            </a:r>
            <a:endParaRPr lang="en-US" dirty="0"/>
          </a:p>
        </p:txBody>
      </p:sp>
      <p:pic>
        <p:nvPicPr>
          <p:cNvPr id="5" name="Picture 4"/>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724579" y="1430261"/>
            <a:ext cx="5694841" cy="3135716"/>
          </a:xfrm>
          <a:prstGeom prst="rect">
            <a:avLst/>
          </a:prstGeom>
        </p:spPr>
      </p:pic>
    </p:spTree>
    <p:extLst>
      <p:ext uri="{BB962C8B-B14F-4D97-AF65-F5344CB8AC3E}">
        <p14:creationId xmlns:p14="http://schemas.microsoft.com/office/powerpoint/2010/main" val="1637557592"/>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normal distribution</a:t>
            </a:r>
          </a:p>
        </p:txBody>
      </p:sp>
      <p:pic>
        <p:nvPicPr>
          <p:cNvPr id="4" name="Picture 3"/>
          <p:cNvPicPr/>
          <p:nvPr/>
        </p:nvPicPr>
        <p:blipFill>
          <a:blip r:embed="rId3" cstate="email">
            <a:extLst>
              <a:ext uri="{28A0092B-C50C-407E-A947-70E740481C1C}">
                <a14:useLocalDpi xmlns:a14="http://schemas.microsoft.com/office/drawing/2010/main" val="0"/>
              </a:ext>
            </a:extLst>
          </a:blip>
          <a:stretch>
            <a:fillRect/>
          </a:stretch>
        </p:blipFill>
        <p:spPr>
          <a:xfrm>
            <a:off x="2330811" y="1613934"/>
            <a:ext cx="4095626" cy="2804241"/>
          </a:xfrm>
          <a:prstGeom prst="rect">
            <a:avLst/>
          </a:prstGeom>
        </p:spPr>
      </p:pic>
    </p:spTree>
    <p:extLst>
      <p:ext uri="{BB962C8B-B14F-4D97-AF65-F5344CB8AC3E}">
        <p14:creationId xmlns:p14="http://schemas.microsoft.com/office/powerpoint/2010/main" val="2329970191"/>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Probability density function of a normal distribution</a:t>
            </a:r>
          </a:p>
        </p:txBody>
      </p:sp>
      <p:pic>
        <p:nvPicPr>
          <p:cNvPr id="4" name="Picture 3"/>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280860" y="1664761"/>
            <a:ext cx="4447524" cy="2761960"/>
          </a:xfrm>
          <a:prstGeom prst="rect">
            <a:avLst/>
          </a:prstGeom>
        </p:spPr>
      </p:pic>
    </p:spTree>
    <p:extLst>
      <p:ext uri="{BB962C8B-B14F-4D97-AF65-F5344CB8AC3E}">
        <p14:creationId xmlns:p14="http://schemas.microsoft.com/office/powerpoint/2010/main" val="1074825583"/>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normAutofit/>
          </a:bodyPr>
          <a:lstStyle/>
          <a:p>
            <a:r>
              <a:rPr lang="en-GB" dirty="0"/>
              <a:t>Inductive Statistics</a:t>
            </a:r>
            <a:endParaRPr lang="de-DE" dirty="0">
              <a:latin typeface="+mn-lt"/>
              <a:cs typeface="Arial" panose="020B0604020202020204" pitchFamily="34" charset="0"/>
            </a:endParaRPr>
          </a:p>
        </p:txBody>
      </p:sp>
    </p:spTree>
    <p:extLst>
      <p:ext uri="{BB962C8B-B14F-4D97-AF65-F5344CB8AC3E}">
        <p14:creationId xmlns:p14="http://schemas.microsoft.com/office/powerpoint/2010/main" val="3670696099"/>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1CC0857-3543-47D4-9864-827E84BAF8D6}"/>
              </a:ext>
            </a:extLst>
          </p:cNvPr>
          <p:cNvSpPr>
            <a:spLocks noGrp="1"/>
          </p:cNvSpPr>
          <p:nvPr>
            <p:ph idx="1"/>
          </p:nvPr>
        </p:nvSpPr>
        <p:spPr/>
        <p:txBody>
          <a:bodyPr/>
          <a:lstStyle/>
          <a:p>
            <a:pPr marL="257175" indent="-257175">
              <a:buFont typeface="Arial" panose="020B0604020202020204" pitchFamily="34" charset="0"/>
              <a:buChar char="•"/>
            </a:pPr>
            <a:r>
              <a:rPr lang="en-GB" altLang="en-US" b="1" i="1" dirty="0"/>
              <a:t>Population</a:t>
            </a:r>
            <a:r>
              <a:rPr lang="en-GB" altLang="en-US" i="1" dirty="0"/>
              <a:t> – </a:t>
            </a:r>
            <a:r>
              <a:rPr lang="en-GB" altLang="en-US" dirty="0"/>
              <a:t>The aggregate of all the elements, sharing some common set of characteristics, that comprise the universe for the purpose of the marketing research problem.</a:t>
            </a:r>
          </a:p>
          <a:p>
            <a:pPr marL="257175" indent="-257175">
              <a:buFont typeface="Arial" panose="020B0604020202020204" pitchFamily="34" charset="0"/>
              <a:buChar char="•"/>
            </a:pPr>
            <a:endParaRPr lang="en-GB" altLang="en-US" dirty="0"/>
          </a:p>
          <a:p>
            <a:pPr marL="257175" indent="-257175">
              <a:buFont typeface="Arial" panose="020B0604020202020204" pitchFamily="34" charset="0"/>
              <a:buChar char="•"/>
            </a:pPr>
            <a:r>
              <a:rPr lang="en-GB" altLang="en-US" b="1" i="1" dirty="0"/>
              <a:t>Census</a:t>
            </a:r>
            <a:r>
              <a:rPr lang="en-GB" altLang="en-US" i="1" dirty="0"/>
              <a:t> – </a:t>
            </a:r>
            <a:r>
              <a:rPr lang="en-GB" altLang="en-US" dirty="0"/>
              <a:t>A complete enumeration of the elements of a population or study objects.</a:t>
            </a:r>
          </a:p>
          <a:p>
            <a:pPr marL="257175" indent="-257175">
              <a:buFont typeface="Arial" panose="020B0604020202020204" pitchFamily="34" charset="0"/>
              <a:buChar char="•"/>
            </a:pPr>
            <a:endParaRPr lang="en-GB" altLang="en-US" dirty="0"/>
          </a:p>
          <a:p>
            <a:pPr marL="257175" indent="-257175">
              <a:buFont typeface="Arial" panose="020B0604020202020204" pitchFamily="34" charset="0"/>
              <a:buChar char="•"/>
            </a:pPr>
            <a:r>
              <a:rPr lang="en-GB" altLang="en-US" b="1" i="1" dirty="0"/>
              <a:t>Sample</a:t>
            </a:r>
            <a:r>
              <a:rPr lang="en-GB" altLang="en-US" i="1" dirty="0"/>
              <a:t> – </a:t>
            </a:r>
            <a:r>
              <a:rPr lang="en-GB" altLang="en-US" dirty="0"/>
              <a:t>A subgroup of the elements of the population selected for participation in the study.</a:t>
            </a:r>
            <a:endParaRPr lang="en-GB" altLang="en-US" i="1" dirty="0"/>
          </a:p>
          <a:p>
            <a:endParaRPr lang="en-GB" dirty="0"/>
          </a:p>
        </p:txBody>
      </p:sp>
      <p:sp>
        <p:nvSpPr>
          <p:cNvPr id="3" name="Title 2">
            <a:extLst>
              <a:ext uri="{FF2B5EF4-FFF2-40B4-BE49-F238E27FC236}">
                <a16:creationId xmlns:a16="http://schemas.microsoft.com/office/drawing/2014/main" id="{0F3CE664-9384-41A9-82A1-57F09B40570A}"/>
              </a:ext>
            </a:extLst>
          </p:cNvPr>
          <p:cNvSpPr>
            <a:spLocks noGrp="1"/>
          </p:cNvSpPr>
          <p:nvPr>
            <p:ph type="title"/>
          </p:nvPr>
        </p:nvSpPr>
        <p:spPr/>
        <p:txBody>
          <a:bodyPr/>
          <a:lstStyle/>
          <a:p>
            <a:r>
              <a:rPr lang="en-GB" dirty="0"/>
              <a:t>Why do we need Inductive Statistics?</a:t>
            </a:r>
          </a:p>
        </p:txBody>
      </p:sp>
    </p:spTree>
    <p:extLst>
      <p:ext uri="{BB962C8B-B14F-4D97-AF65-F5344CB8AC3E}">
        <p14:creationId xmlns:p14="http://schemas.microsoft.com/office/powerpoint/2010/main" val="3456165197"/>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F3CE664-9384-41A9-82A1-57F09B40570A}"/>
              </a:ext>
            </a:extLst>
          </p:cNvPr>
          <p:cNvSpPr>
            <a:spLocks noGrp="1"/>
          </p:cNvSpPr>
          <p:nvPr>
            <p:ph type="title"/>
          </p:nvPr>
        </p:nvSpPr>
        <p:spPr/>
        <p:txBody>
          <a:bodyPr/>
          <a:lstStyle/>
          <a:p>
            <a:r>
              <a:rPr lang="en-GB" dirty="0"/>
              <a:t>Why do we need Inductive Statistics?</a:t>
            </a:r>
          </a:p>
        </p:txBody>
      </p:sp>
      <p:pic>
        <p:nvPicPr>
          <p:cNvPr id="4" name="Picture 4" descr="\\192.168.9.252\08macdata04\08VOL4\Graphics\Powerpoint\PE_UK\PE544-MALHOTRA\Final files\GIF\ch14\M14NT001.gif">
            <a:extLst>
              <a:ext uri="{FF2B5EF4-FFF2-40B4-BE49-F238E27FC236}">
                <a16:creationId xmlns:a16="http://schemas.microsoft.com/office/drawing/2014/main" id="{C30FB291-BBB9-4FB7-B97E-F107E251F0F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37086" y="1431131"/>
            <a:ext cx="6269831" cy="273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59324158"/>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BD4A876-54C3-4FE4-B1E9-CA7BF8EFB395}"/>
              </a:ext>
            </a:extLst>
          </p:cNvPr>
          <p:cNvSpPr>
            <a:spLocks noGrp="1"/>
          </p:cNvSpPr>
          <p:nvPr>
            <p:ph idx="1"/>
          </p:nvPr>
        </p:nvSpPr>
        <p:spPr/>
        <p:txBody>
          <a:bodyPr/>
          <a:lstStyle/>
          <a:p>
            <a:pPr marL="214313" indent="-214313">
              <a:spcAft>
                <a:spcPct val="20000"/>
              </a:spcAft>
              <a:buFont typeface="Arial" panose="020B0604020202020204" pitchFamily="34" charset="0"/>
              <a:buChar char="•"/>
            </a:pPr>
            <a:r>
              <a:rPr lang="en-US" altLang="en-US" sz="1350" dirty="0"/>
              <a:t>Assumption (hypothesis) made about a </a:t>
            </a:r>
            <a:r>
              <a:rPr lang="en-US" altLang="en-US" sz="1350" u="sng" dirty="0"/>
              <a:t>population</a:t>
            </a:r>
            <a:r>
              <a:rPr lang="en-US" altLang="en-US" sz="1350" dirty="0"/>
              <a:t> parameter (not sample parameter)</a:t>
            </a:r>
          </a:p>
          <a:p>
            <a:pPr marL="214313" indent="-214313">
              <a:spcAft>
                <a:spcPct val="20000"/>
              </a:spcAft>
              <a:buFont typeface="Arial" panose="020B0604020202020204" pitchFamily="34" charset="0"/>
              <a:buChar char="•"/>
            </a:pPr>
            <a:endParaRPr lang="en-US" altLang="en-US" sz="1350" dirty="0"/>
          </a:p>
          <a:p>
            <a:pPr marL="214313" indent="-214313">
              <a:spcAft>
                <a:spcPct val="20000"/>
              </a:spcAft>
              <a:buFont typeface="Arial" panose="020B0604020202020204" pitchFamily="34" charset="0"/>
              <a:buChar char="•"/>
            </a:pPr>
            <a:r>
              <a:rPr lang="en-US" altLang="en-US" sz="1350" dirty="0">
                <a:solidFill>
                  <a:srgbClr val="990033"/>
                </a:solidFill>
              </a:rPr>
              <a:t>Purpose of Hypothesis Testing </a:t>
            </a:r>
          </a:p>
          <a:p>
            <a:pPr lvl="1">
              <a:spcAft>
                <a:spcPct val="20000"/>
              </a:spcAft>
            </a:pPr>
            <a:r>
              <a:rPr lang="en-US" altLang="en-US" sz="1200" dirty="0"/>
              <a:t>To make a judgement about the difference between two sample statistics or between sample statistic and a hypothesized population parameter</a:t>
            </a:r>
          </a:p>
          <a:p>
            <a:pPr lvl="1">
              <a:spcAft>
                <a:spcPct val="20000"/>
              </a:spcAft>
            </a:pPr>
            <a:endParaRPr lang="en-US" altLang="en-US" sz="1200" dirty="0"/>
          </a:p>
          <a:p>
            <a:pPr marL="214313" indent="-214313">
              <a:spcAft>
                <a:spcPct val="20000"/>
              </a:spcAft>
              <a:buFont typeface="Arial" panose="020B0604020202020204" pitchFamily="34" charset="0"/>
              <a:buChar char="•"/>
            </a:pPr>
            <a:r>
              <a:rPr lang="en-US" altLang="en-US" sz="1350" dirty="0"/>
              <a:t>Evidence has to be evaluated statistically before arriving at a conclusion regarding the hypothesis.</a:t>
            </a:r>
          </a:p>
          <a:p>
            <a:pPr lvl="1" algn="just">
              <a:spcAft>
                <a:spcPct val="20000"/>
              </a:spcAft>
            </a:pPr>
            <a:r>
              <a:rPr lang="en-US" altLang="en-US" sz="1200" dirty="0"/>
              <a:t>Depends on whether information generated from the sample is with fewer or larger observations</a:t>
            </a:r>
          </a:p>
          <a:p>
            <a:endParaRPr lang="en-GB" dirty="0"/>
          </a:p>
        </p:txBody>
      </p:sp>
      <p:sp>
        <p:nvSpPr>
          <p:cNvPr id="3" name="Title 2">
            <a:extLst>
              <a:ext uri="{FF2B5EF4-FFF2-40B4-BE49-F238E27FC236}">
                <a16:creationId xmlns:a16="http://schemas.microsoft.com/office/drawing/2014/main" id="{743C7F87-13C4-4719-95A2-9E9B15F15FB6}"/>
              </a:ext>
            </a:extLst>
          </p:cNvPr>
          <p:cNvSpPr>
            <a:spLocks noGrp="1"/>
          </p:cNvSpPr>
          <p:nvPr>
            <p:ph type="title"/>
          </p:nvPr>
        </p:nvSpPr>
        <p:spPr/>
        <p:txBody>
          <a:bodyPr/>
          <a:lstStyle/>
          <a:p>
            <a:r>
              <a:rPr lang="en-GB" dirty="0"/>
              <a:t>Why do we need Inductive Statistics?</a:t>
            </a:r>
          </a:p>
        </p:txBody>
      </p:sp>
    </p:spTree>
    <p:extLst>
      <p:ext uri="{BB962C8B-B14F-4D97-AF65-F5344CB8AC3E}">
        <p14:creationId xmlns:p14="http://schemas.microsoft.com/office/powerpoint/2010/main" val="1179640353"/>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A10855C-969E-484E-9D70-A6B7F7109DB1}"/>
              </a:ext>
            </a:extLst>
          </p:cNvPr>
          <p:cNvSpPr>
            <a:spLocks noGrp="1"/>
          </p:cNvSpPr>
          <p:nvPr>
            <p:ph idx="1"/>
          </p:nvPr>
        </p:nvSpPr>
        <p:spPr/>
        <p:txBody>
          <a:bodyPr>
            <a:normAutofit/>
          </a:bodyPr>
          <a:lstStyle/>
          <a:p>
            <a:pPr marL="257175" indent="-257175" algn="just">
              <a:buFont typeface="Arial" panose="020B0604020202020204" pitchFamily="34" charset="0"/>
              <a:buChar char="•"/>
            </a:pPr>
            <a:r>
              <a:rPr lang="en-GB" dirty="0"/>
              <a:t>A hypothesis (</a:t>
            </a:r>
            <a:r>
              <a:rPr lang="en-GB" i="1" dirty="0"/>
              <a:t>plural:</a:t>
            </a:r>
            <a:r>
              <a:rPr lang="en-GB" dirty="0"/>
              <a:t> </a:t>
            </a:r>
            <a:r>
              <a:rPr lang="en-GB" i="1" dirty="0"/>
              <a:t>hypotheses</a:t>
            </a:r>
            <a:r>
              <a:rPr lang="en-GB" dirty="0"/>
              <a:t>), in a scientific context, is a testable statement about the relationship between two or more variables or a proposed explanation for some observed phenomenon. </a:t>
            </a:r>
          </a:p>
          <a:p>
            <a:pPr marL="257175" indent="-257175">
              <a:buFont typeface="Arial" panose="020B0604020202020204" pitchFamily="34" charset="0"/>
              <a:buChar char="•"/>
            </a:pPr>
            <a:r>
              <a:rPr lang="en-GB" dirty="0"/>
              <a:t>In a scientific experiment or study, the hypothesis is a brief summation of the researcher's prediction of the study's findings, which may be supported or not by the outcome.</a:t>
            </a:r>
          </a:p>
          <a:p>
            <a:pPr marL="257175" indent="-257175">
              <a:buFont typeface="Arial" panose="020B0604020202020204" pitchFamily="34" charset="0"/>
              <a:buChar char="•"/>
            </a:pPr>
            <a:r>
              <a:rPr lang="de-AT" dirty="0"/>
              <a:t>“If then” or “the higher ” sentences</a:t>
            </a:r>
          </a:p>
          <a:p>
            <a:pPr marL="257175" indent="-257175">
              <a:buFont typeface="Arial" panose="020B0604020202020204" pitchFamily="34" charset="0"/>
              <a:buChar char="•"/>
            </a:pPr>
            <a:endParaRPr lang="de-AT" dirty="0"/>
          </a:p>
          <a:p>
            <a:pPr marL="257175" indent="-257175">
              <a:buFont typeface="Arial" panose="020B0604020202020204" pitchFamily="34" charset="0"/>
              <a:buChar char="•"/>
            </a:pPr>
            <a:r>
              <a:rPr lang="de-AT" dirty="0"/>
              <a:t>Hypothesis </a:t>
            </a:r>
            <a:r>
              <a:rPr lang="de-AT" dirty="0" err="1"/>
              <a:t>of</a:t>
            </a:r>
            <a:r>
              <a:rPr lang="de-AT" dirty="0"/>
              <a:t> </a:t>
            </a:r>
            <a:r>
              <a:rPr lang="de-AT" dirty="0" err="1"/>
              <a:t>Association</a:t>
            </a:r>
            <a:r>
              <a:rPr lang="de-AT" dirty="0"/>
              <a:t> </a:t>
            </a:r>
          </a:p>
          <a:p>
            <a:pPr marL="814388" lvl="1" indent="-257175">
              <a:buFont typeface="Arial" panose="020B0604020202020204" pitchFamily="34" charset="0"/>
              <a:buChar char="•"/>
            </a:pPr>
            <a:r>
              <a:rPr lang="de-AT" dirty="0"/>
              <a:t>Customer </a:t>
            </a:r>
            <a:r>
              <a:rPr lang="de-AT" dirty="0" err="1"/>
              <a:t>satisfaction</a:t>
            </a:r>
            <a:r>
              <a:rPr lang="de-AT" dirty="0"/>
              <a:t> </a:t>
            </a:r>
            <a:r>
              <a:rPr lang="de-AT" dirty="0" err="1"/>
              <a:t>leads</a:t>
            </a:r>
            <a:r>
              <a:rPr lang="de-AT" dirty="0"/>
              <a:t> </a:t>
            </a:r>
            <a:r>
              <a:rPr lang="de-AT" dirty="0" err="1"/>
              <a:t>to</a:t>
            </a:r>
            <a:r>
              <a:rPr lang="de-AT" dirty="0"/>
              <a:t> </a:t>
            </a:r>
            <a:r>
              <a:rPr lang="de-AT" dirty="0" err="1"/>
              <a:t>customer</a:t>
            </a:r>
            <a:r>
              <a:rPr lang="de-AT" dirty="0"/>
              <a:t> </a:t>
            </a:r>
            <a:r>
              <a:rPr lang="de-AT" dirty="0" err="1"/>
              <a:t>loyalty</a:t>
            </a:r>
            <a:r>
              <a:rPr lang="de-AT" dirty="0"/>
              <a:t>.</a:t>
            </a:r>
          </a:p>
          <a:p>
            <a:pPr marL="257175" indent="-257175">
              <a:buFont typeface="Arial" panose="020B0604020202020204" pitchFamily="34" charset="0"/>
              <a:buChar char="•"/>
            </a:pPr>
            <a:r>
              <a:rPr lang="de-AT" dirty="0"/>
              <a:t>Hypothesis </a:t>
            </a:r>
            <a:r>
              <a:rPr lang="de-AT" dirty="0" err="1"/>
              <a:t>of</a:t>
            </a:r>
            <a:r>
              <a:rPr lang="de-AT" dirty="0"/>
              <a:t> </a:t>
            </a:r>
            <a:r>
              <a:rPr lang="de-AT" dirty="0" err="1"/>
              <a:t>Difference</a:t>
            </a:r>
            <a:endParaRPr lang="de-AT" dirty="0"/>
          </a:p>
          <a:p>
            <a:pPr marL="814388" lvl="1" indent="-257175">
              <a:buFont typeface="Arial" panose="020B0604020202020204" pitchFamily="34" charset="0"/>
              <a:buChar char="•"/>
            </a:pPr>
            <a:r>
              <a:rPr lang="de-AT" dirty="0" err="1"/>
              <a:t>Female</a:t>
            </a:r>
            <a:r>
              <a:rPr lang="de-AT" dirty="0"/>
              <a:t> </a:t>
            </a:r>
            <a:r>
              <a:rPr lang="de-AT" dirty="0" err="1"/>
              <a:t>and</a:t>
            </a:r>
            <a:r>
              <a:rPr lang="de-AT" dirty="0"/>
              <a:t> male </a:t>
            </a:r>
            <a:r>
              <a:rPr lang="de-AT" dirty="0" err="1"/>
              <a:t>customers</a:t>
            </a:r>
            <a:r>
              <a:rPr lang="de-AT" dirty="0"/>
              <a:t> </a:t>
            </a:r>
            <a:r>
              <a:rPr lang="de-AT" dirty="0" err="1"/>
              <a:t>differ</a:t>
            </a:r>
            <a:r>
              <a:rPr lang="de-AT" dirty="0"/>
              <a:t> in </a:t>
            </a:r>
            <a:r>
              <a:rPr lang="de-AT" dirty="0" err="1"/>
              <a:t>terms</a:t>
            </a:r>
            <a:r>
              <a:rPr lang="de-AT" dirty="0"/>
              <a:t> </a:t>
            </a:r>
            <a:r>
              <a:rPr lang="de-AT" dirty="0" err="1"/>
              <a:t>of</a:t>
            </a:r>
            <a:r>
              <a:rPr lang="de-AT" dirty="0"/>
              <a:t> </a:t>
            </a:r>
            <a:r>
              <a:rPr lang="de-AT" dirty="0" err="1"/>
              <a:t>their</a:t>
            </a:r>
            <a:r>
              <a:rPr lang="de-AT" dirty="0"/>
              <a:t> </a:t>
            </a:r>
            <a:r>
              <a:rPr lang="de-AT" dirty="0" err="1"/>
              <a:t>customer</a:t>
            </a:r>
            <a:r>
              <a:rPr lang="de-AT" dirty="0"/>
              <a:t> </a:t>
            </a:r>
            <a:r>
              <a:rPr lang="de-AT" dirty="0" err="1"/>
              <a:t>satisfaction</a:t>
            </a:r>
            <a:endParaRPr lang="en-GB" dirty="0"/>
          </a:p>
        </p:txBody>
      </p:sp>
      <p:sp>
        <p:nvSpPr>
          <p:cNvPr id="3" name="Title 2">
            <a:extLst>
              <a:ext uri="{FF2B5EF4-FFF2-40B4-BE49-F238E27FC236}">
                <a16:creationId xmlns:a16="http://schemas.microsoft.com/office/drawing/2014/main" id="{77F83E6C-03AE-48E6-8168-C0CB1BF71F13}"/>
              </a:ext>
            </a:extLst>
          </p:cNvPr>
          <p:cNvSpPr>
            <a:spLocks noGrp="1"/>
          </p:cNvSpPr>
          <p:nvPr>
            <p:ph type="title"/>
          </p:nvPr>
        </p:nvSpPr>
        <p:spPr/>
        <p:txBody>
          <a:bodyPr/>
          <a:lstStyle/>
          <a:p>
            <a:r>
              <a:rPr lang="en-GB" dirty="0"/>
              <a:t>What is a Hypothesis?</a:t>
            </a:r>
          </a:p>
        </p:txBody>
      </p:sp>
    </p:spTree>
    <p:extLst>
      <p:ext uri="{BB962C8B-B14F-4D97-AF65-F5344CB8AC3E}">
        <p14:creationId xmlns:p14="http://schemas.microsoft.com/office/powerpoint/2010/main" val="885913445"/>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de-AT" dirty="0" err="1"/>
              <a:t>Process</a:t>
            </a:r>
            <a:r>
              <a:rPr lang="de-AT" dirty="0"/>
              <a:t> </a:t>
            </a:r>
            <a:r>
              <a:rPr lang="de-AT" dirty="0" err="1"/>
              <a:t>of</a:t>
            </a:r>
            <a:r>
              <a:rPr lang="de-AT" dirty="0"/>
              <a:t> Hypothesis </a:t>
            </a:r>
            <a:r>
              <a:rPr lang="de-AT" dirty="0" err="1"/>
              <a:t>Testing</a:t>
            </a:r>
            <a:endParaRPr lang="en-GB" dirty="0"/>
          </a:p>
        </p:txBody>
      </p:sp>
      <p:pic>
        <p:nvPicPr>
          <p:cNvPr id="28" name="Grafik 27"/>
          <p:cNvPicPr>
            <a:picLocks noChangeAspect="1"/>
          </p:cNvPicPr>
          <p:nvPr/>
        </p:nvPicPr>
        <p:blipFill>
          <a:blip r:embed="rId2"/>
          <a:stretch>
            <a:fillRect/>
          </a:stretch>
        </p:blipFill>
        <p:spPr>
          <a:xfrm>
            <a:off x="2607258" y="1133587"/>
            <a:ext cx="3365284" cy="3840813"/>
          </a:xfrm>
          <a:prstGeom prst="rect">
            <a:avLst/>
          </a:prstGeom>
        </p:spPr>
      </p:pic>
    </p:spTree>
    <p:extLst>
      <p:ext uri="{BB962C8B-B14F-4D97-AF65-F5344CB8AC3E}">
        <p14:creationId xmlns:p14="http://schemas.microsoft.com/office/powerpoint/2010/main" val="850781073"/>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marL="257175" indent="-257175">
              <a:spcBef>
                <a:spcPct val="60000"/>
              </a:spcBef>
              <a:buClr>
                <a:schemeClr val="tx1"/>
              </a:buClr>
              <a:buFont typeface="Arial" panose="020B0604020202020204" pitchFamily="34" charset="0"/>
              <a:buChar char="•"/>
              <a:tabLst>
                <a:tab pos="266700" algn="l"/>
              </a:tabLst>
            </a:pPr>
            <a:r>
              <a:rPr lang="en-US" altLang="en-US" dirty="0"/>
              <a:t>A </a:t>
            </a:r>
            <a:r>
              <a:rPr lang="en-US" altLang="en-US" b="1" dirty="0"/>
              <a:t>null hypothesis</a:t>
            </a:r>
            <a:r>
              <a:rPr lang="en-US" altLang="en-US" dirty="0"/>
              <a:t> is a statement of the status quo, one of no difference or no effect. If the null hypothesis is not rejected, no changes will be made.</a:t>
            </a:r>
          </a:p>
          <a:p>
            <a:pPr marL="257175" indent="-257175">
              <a:spcBef>
                <a:spcPct val="60000"/>
              </a:spcBef>
              <a:buClr>
                <a:schemeClr val="tx1"/>
              </a:buClr>
              <a:buFont typeface="Arial" panose="020B0604020202020204" pitchFamily="34" charset="0"/>
              <a:buChar char="•"/>
              <a:tabLst>
                <a:tab pos="266700" algn="l"/>
              </a:tabLst>
            </a:pPr>
            <a:r>
              <a:rPr lang="en-US" altLang="en-US" dirty="0"/>
              <a:t>An </a:t>
            </a:r>
            <a:r>
              <a:rPr lang="en-US" altLang="en-US" b="1" dirty="0"/>
              <a:t>alternative hypothesis</a:t>
            </a:r>
            <a:r>
              <a:rPr lang="en-US" altLang="en-US" dirty="0"/>
              <a:t> is one in which some difference or effect is expected. Accepting the alternative hypothesis will lead to changes in opinions or actions.</a:t>
            </a:r>
          </a:p>
          <a:p>
            <a:pPr marL="257175" indent="-257175">
              <a:spcBef>
                <a:spcPct val="60000"/>
              </a:spcBef>
              <a:buClr>
                <a:schemeClr val="tx1"/>
              </a:buClr>
              <a:buFont typeface="Arial" panose="020B0604020202020204" pitchFamily="34" charset="0"/>
              <a:buChar char="•"/>
              <a:tabLst>
                <a:tab pos="266700" algn="l"/>
              </a:tabLst>
            </a:pPr>
            <a:r>
              <a:rPr lang="en-US" altLang="en-US" dirty="0"/>
              <a:t>The null hypothesis refers to a specified value of the population parameter, not a sample statistic.</a:t>
            </a:r>
          </a:p>
          <a:p>
            <a:pPr marL="257175" indent="-257175">
              <a:buFont typeface="Arial" panose="020B0604020202020204" pitchFamily="34" charset="0"/>
              <a:buChar char="•"/>
            </a:pPr>
            <a:endParaRPr lang="en-GB" dirty="0"/>
          </a:p>
        </p:txBody>
      </p:sp>
      <p:sp>
        <p:nvSpPr>
          <p:cNvPr id="3" name="Titel 2"/>
          <p:cNvSpPr>
            <a:spLocks noGrp="1"/>
          </p:cNvSpPr>
          <p:nvPr>
            <p:ph type="title"/>
          </p:nvPr>
        </p:nvSpPr>
        <p:spPr/>
        <p:txBody>
          <a:bodyPr/>
          <a:lstStyle/>
          <a:p>
            <a:r>
              <a:rPr lang="de-AT" dirty="0" err="1"/>
              <a:t>Step</a:t>
            </a:r>
            <a:r>
              <a:rPr lang="de-AT" dirty="0"/>
              <a:t> 1: </a:t>
            </a:r>
            <a:r>
              <a:rPr lang="de-AT" dirty="0" err="1"/>
              <a:t>Formulating</a:t>
            </a:r>
            <a:r>
              <a:rPr lang="de-AT" dirty="0"/>
              <a:t> </a:t>
            </a:r>
            <a:r>
              <a:rPr lang="de-AT" dirty="0" err="1"/>
              <a:t>Hypotheses</a:t>
            </a:r>
            <a:endParaRPr lang="en-GB" dirty="0"/>
          </a:p>
        </p:txBody>
      </p:sp>
    </p:spTree>
    <p:extLst>
      <p:ext uri="{BB962C8B-B14F-4D97-AF65-F5344CB8AC3E}">
        <p14:creationId xmlns:p14="http://schemas.microsoft.com/office/powerpoint/2010/main" val="1701033899"/>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marL="257175" indent="-257175">
              <a:buFont typeface="Arial" panose="020B0604020202020204" pitchFamily="34" charset="0"/>
              <a:buChar char="•"/>
            </a:pPr>
            <a:r>
              <a:rPr lang="de-AT" dirty="0"/>
              <a:t>H</a:t>
            </a:r>
            <a:r>
              <a:rPr lang="de-AT" baseline="-25000" dirty="0"/>
              <a:t>0</a:t>
            </a:r>
            <a:r>
              <a:rPr lang="de-AT" dirty="0"/>
              <a:t>: </a:t>
            </a:r>
            <a:r>
              <a:rPr lang="de-AT" dirty="0" err="1"/>
              <a:t>Female</a:t>
            </a:r>
            <a:r>
              <a:rPr lang="de-AT" dirty="0"/>
              <a:t> </a:t>
            </a:r>
            <a:r>
              <a:rPr lang="de-AT" dirty="0" err="1"/>
              <a:t>and</a:t>
            </a:r>
            <a:r>
              <a:rPr lang="de-AT" dirty="0"/>
              <a:t> male </a:t>
            </a:r>
            <a:r>
              <a:rPr lang="de-AT" dirty="0" err="1"/>
              <a:t>customers</a:t>
            </a:r>
            <a:r>
              <a:rPr lang="de-AT" dirty="0"/>
              <a:t> do NOT </a:t>
            </a:r>
            <a:r>
              <a:rPr lang="de-AT" dirty="0" err="1"/>
              <a:t>differ</a:t>
            </a:r>
            <a:r>
              <a:rPr lang="de-AT" dirty="0"/>
              <a:t> in </a:t>
            </a:r>
            <a:r>
              <a:rPr lang="de-AT" dirty="0" err="1"/>
              <a:t>terms</a:t>
            </a:r>
            <a:r>
              <a:rPr lang="de-AT" dirty="0"/>
              <a:t> </a:t>
            </a:r>
            <a:r>
              <a:rPr lang="de-AT" dirty="0" err="1"/>
              <a:t>of</a:t>
            </a:r>
            <a:r>
              <a:rPr lang="de-AT" dirty="0"/>
              <a:t> </a:t>
            </a:r>
            <a:r>
              <a:rPr lang="de-AT" dirty="0" err="1"/>
              <a:t>their</a:t>
            </a:r>
            <a:r>
              <a:rPr lang="de-AT" dirty="0"/>
              <a:t> </a:t>
            </a:r>
            <a:r>
              <a:rPr lang="de-AT" dirty="0" err="1"/>
              <a:t>customer</a:t>
            </a:r>
            <a:r>
              <a:rPr lang="de-AT" dirty="0"/>
              <a:t> </a:t>
            </a:r>
            <a:r>
              <a:rPr lang="de-AT" dirty="0" err="1"/>
              <a:t>satisfaction</a:t>
            </a:r>
            <a:r>
              <a:rPr lang="de-AT" dirty="0"/>
              <a:t> </a:t>
            </a:r>
            <a:r>
              <a:rPr lang="de-AT" dirty="0">
                <a:solidFill>
                  <a:srgbClr val="FF0000"/>
                </a:solidFill>
              </a:rPr>
              <a:t>(in </a:t>
            </a:r>
            <a:r>
              <a:rPr lang="de-AT" dirty="0" err="1">
                <a:solidFill>
                  <a:srgbClr val="FF0000"/>
                </a:solidFill>
              </a:rPr>
              <a:t>the</a:t>
            </a:r>
            <a:r>
              <a:rPr lang="de-AT" dirty="0">
                <a:solidFill>
                  <a:srgbClr val="FF0000"/>
                </a:solidFill>
              </a:rPr>
              <a:t> </a:t>
            </a:r>
            <a:r>
              <a:rPr lang="de-AT" dirty="0" err="1">
                <a:solidFill>
                  <a:srgbClr val="FF0000"/>
                </a:solidFill>
              </a:rPr>
              <a:t>population</a:t>
            </a:r>
            <a:r>
              <a:rPr lang="de-AT" dirty="0">
                <a:solidFill>
                  <a:srgbClr val="FF0000"/>
                </a:solidFill>
              </a:rPr>
              <a:t>)</a:t>
            </a:r>
            <a:r>
              <a:rPr lang="de-AT" dirty="0"/>
              <a:t>.</a:t>
            </a:r>
          </a:p>
          <a:p>
            <a:pPr marL="257175" indent="-257175">
              <a:buFont typeface="Arial" panose="020B0604020202020204" pitchFamily="34" charset="0"/>
              <a:buChar char="•"/>
            </a:pPr>
            <a:r>
              <a:rPr lang="de-AT" dirty="0"/>
              <a:t>H</a:t>
            </a:r>
            <a:r>
              <a:rPr lang="de-AT" baseline="-25000" dirty="0"/>
              <a:t>A</a:t>
            </a:r>
            <a:r>
              <a:rPr lang="de-AT" dirty="0"/>
              <a:t>: </a:t>
            </a:r>
            <a:r>
              <a:rPr lang="de-AT" dirty="0" err="1"/>
              <a:t>Female</a:t>
            </a:r>
            <a:r>
              <a:rPr lang="de-AT" dirty="0"/>
              <a:t> </a:t>
            </a:r>
            <a:r>
              <a:rPr lang="de-AT" dirty="0" err="1"/>
              <a:t>and</a:t>
            </a:r>
            <a:r>
              <a:rPr lang="de-AT" dirty="0"/>
              <a:t> male </a:t>
            </a:r>
            <a:r>
              <a:rPr lang="de-AT" dirty="0" err="1"/>
              <a:t>customers</a:t>
            </a:r>
            <a:r>
              <a:rPr lang="de-AT" dirty="0"/>
              <a:t> </a:t>
            </a:r>
            <a:r>
              <a:rPr lang="de-AT" dirty="0" err="1"/>
              <a:t>differ</a:t>
            </a:r>
            <a:r>
              <a:rPr lang="de-AT" dirty="0"/>
              <a:t> in </a:t>
            </a:r>
            <a:r>
              <a:rPr lang="de-AT" dirty="0" err="1"/>
              <a:t>terms</a:t>
            </a:r>
            <a:r>
              <a:rPr lang="de-AT" dirty="0"/>
              <a:t> </a:t>
            </a:r>
            <a:r>
              <a:rPr lang="de-AT" dirty="0" err="1"/>
              <a:t>of</a:t>
            </a:r>
            <a:r>
              <a:rPr lang="de-AT" dirty="0"/>
              <a:t> </a:t>
            </a:r>
            <a:r>
              <a:rPr lang="de-AT" dirty="0" err="1"/>
              <a:t>their</a:t>
            </a:r>
            <a:r>
              <a:rPr lang="de-AT" dirty="0"/>
              <a:t> </a:t>
            </a:r>
            <a:r>
              <a:rPr lang="de-AT" dirty="0" err="1"/>
              <a:t>customer</a:t>
            </a:r>
            <a:r>
              <a:rPr lang="de-AT" dirty="0"/>
              <a:t> </a:t>
            </a:r>
            <a:r>
              <a:rPr lang="de-AT" dirty="0" err="1"/>
              <a:t>satisfaction</a:t>
            </a:r>
            <a:r>
              <a:rPr lang="de-AT" dirty="0"/>
              <a:t> </a:t>
            </a:r>
            <a:r>
              <a:rPr lang="de-AT" dirty="0">
                <a:solidFill>
                  <a:srgbClr val="FF0000"/>
                </a:solidFill>
              </a:rPr>
              <a:t>(in </a:t>
            </a:r>
            <a:r>
              <a:rPr lang="de-AT" dirty="0" err="1">
                <a:solidFill>
                  <a:srgbClr val="FF0000"/>
                </a:solidFill>
              </a:rPr>
              <a:t>the</a:t>
            </a:r>
            <a:r>
              <a:rPr lang="de-AT" dirty="0">
                <a:solidFill>
                  <a:srgbClr val="FF0000"/>
                </a:solidFill>
              </a:rPr>
              <a:t> </a:t>
            </a:r>
            <a:r>
              <a:rPr lang="de-AT" dirty="0" err="1">
                <a:solidFill>
                  <a:srgbClr val="FF0000"/>
                </a:solidFill>
              </a:rPr>
              <a:t>population</a:t>
            </a:r>
            <a:r>
              <a:rPr lang="de-AT" dirty="0">
                <a:solidFill>
                  <a:srgbClr val="FF0000"/>
                </a:solidFill>
              </a:rPr>
              <a:t>)</a:t>
            </a:r>
            <a:r>
              <a:rPr lang="de-AT" dirty="0"/>
              <a:t>.</a:t>
            </a:r>
          </a:p>
          <a:p>
            <a:pPr marL="257175" indent="-257175">
              <a:buFont typeface="Arial" panose="020B0604020202020204" pitchFamily="34" charset="0"/>
              <a:buChar char="•"/>
            </a:pPr>
            <a:endParaRPr lang="de-AT" dirty="0"/>
          </a:p>
          <a:p>
            <a:pPr marL="257175" indent="-257175">
              <a:buFont typeface="Arial" panose="020B0604020202020204" pitchFamily="34" charset="0"/>
              <a:buChar char="•"/>
            </a:pPr>
            <a:r>
              <a:rPr lang="de-AT" dirty="0" err="1"/>
              <a:t>If</a:t>
            </a:r>
            <a:r>
              <a:rPr lang="de-AT" dirty="0"/>
              <a:t> H</a:t>
            </a:r>
            <a:r>
              <a:rPr lang="de-AT" baseline="-25000" dirty="0"/>
              <a:t>0</a:t>
            </a:r>
            <a:r>
              <a:rPr lang="de-AT" dirty="0"/>
              <a:t> </a:t>
            </a:r>
            <a:r>
              <a:rPr lang="de-AT" dirty="0" err="1"/>
              <a:t>is</a:t>
            </a:r>
            <a:r>
              <a:rPr lang="de-AT" dirty="0"/>
              <a:t> </a:t>
            </a:r>
            <a:r>
              <a:rPr lang="de-AT" dirty="0" err="1"/>
              <a:t>true</a:t>
            </a:r>
            <a:r>
              <a:rPr lang="de-AT" dirty="0"/>
              <a:t>, </a:t>
            </a:r>
            <a:r>
              <a:rPr lang="de-AT" dirty="0" err="1"/>
              <a:t>then</a:t>
            </a:r>
            <a:r>
              <a:rPr lang="de-AT" dirty="0"/>
              <a:t> </a:t>
            </a:r>
            <a:r>
              <a:rPr lang="de-AT" dirty="0" err="1"/>
              <a:t>Mean</a:t>
            </a:r>
            <a:r>
              <a:rPr lang="de-AT" dirty="0"/>
              <a:t> </a:t>
            </a:r>
            <a:r>
              <a:rPr lang="de-AT" dirty="0" err="1"/>
              <a:t>CS</a:t>
            </a:r>
            <a:r>
              <a:rPr lang="de-AT" baseline="-25000" dirty="0" err="1"/>
              <a:t>Male</a:t>
            </a:r>
            <a:r>
              <a:rPr lang="de-AT" dirty="0"/>
              <a:t> = </a:t>
            </a:r>
            <a:r>
              <a:rPr lang="de-AT" dirty="0" err="1"/>
              <a:t>Mean</a:t>
            </a:r>
            <a:r>
              <a:rPr lang="de-AT" dirty="0"/>
              <a:t> </a:t>
            </a:r>
            <a:r>
              <a:rPr lang="de-AT" dirty="0" err="1"/>
              <a:t>CS</a:t>
            </a:r>
            <a:r>
              <a:rPr lang="de-AT" baseline="-25000" dirty="0" err="1"/>
              <a:t>Female</a:t>
            </a:r>
            <a:r>
              <a:rPr lang="de-AT" dirty="0"/>
              <a:t> </a:t>
            </a:r>
            <a:endParaRPr lang="en-GB" dirty="0"/>
          </a:p>
          <a:p>
            <a:pPr marL="257175" indent="-257175">
              <a:buFont typeface="Arial" panose="020B0604020202020204" pitchFamily="34" charset="0"/>
              <a:buChar char="•"/>
            </a:pPr>
            <a:r>
              <a:rPr lang="de-AT" dirty="0" err="1"/>
              <a:t>If</a:t>
            </a:r>
            <a:r>
              <a:rPr lang="de-AT" dirty="0"/>
              <a:t> H</a:t>
            </a:r>
            <a:r>
              <a:rPr lang="de-AT" baseline="-25000" dirty="0"/>
              <a:t>A</a:t>
            </a:r>
            <a:r>
              <a:rPr lang="de-AT" dirty="0"/>
              <a:t> </a:t>
            </a:r>
            <a:r>
              <a:rPr lang="de-AT" dirty="0" err="1"/>
              <a:t>is</a:t>
            </a:r>
            <a:r>
              <a:rPr lang="de-AT" dirty="0"/>
              <a:t> </a:t>
            </a:r>
            <a:r>
              <a:rPr lang="de-AT" dirty="0" err="1"/>
              <a:t>true</a:t>
            </a:r>
            <a:r>
              <a:rPr lang="de-AT" dirty="0"/>
              <a:t>, </a:t>
            </a:r>
            <a:r>
              <a:rPr lang="de-AT" dirty="0" err="1"/>
              <a:t>then</a:t>
            </a:r>
            <a:r>
              <a:rPr lang="de-AT" dirty="0"/>
              <a:t> </a:t>
            </a:r>
            <a:r>
              <a:rPr lang="de-AT" dirty="0" err="1"/>
              <a:t>Mean</a:t>
            </a:r>
            <a:r>
              <a:rPr lang="de-AT" dirty="0"/>
              <a:t> </a:t>
            </a:r>
            <a:r>
              <a:rPr lang="de-AT" dirty="0" err="1"/>
              <a:t>CS</a:t>
            </a:r>
            <a:r>
              <a:rPr lang="de-AT" baseline="-25000" dirty="0" err="1"/>
              <a:t>Male</a:t>
            </a:r>
            <a:r>
              <a:rPr lang="de-AT" dirty="0"/>
              <a:t> &lt;&gt; </a:t>
            </a:r>
            <a:r>
              <a:rPr lang="de-AT" dirty="0" err="1"/>
              <a:t>Mean</a:t>
            </a:r>
            <a:r>
              <a:rPr lang="de-AT" dirty="0"/>
              <a:t> </a:t>
            </a:r>
            <a:r>
              <a:rPr lang="de-AT" dirty="0" err="1"/>
              <a:t>CS</a:t>
            </a:r>
            <a:r>
              <a:rPr lang="de-AT" baseline="-25000" dirty="0" err="1"/>
              <a:t>Female</a:t>
            </a:r>
            <a:r>
              <a:rPr lang="de-AT" dirty="0"/>
              <a:t> </a:t>
            </a:r>
            <a:endParaRPr lang="en-GB" dirty="0"/>
          </a:p>
          <a:p>
            <a:pPr marL="257175" indent="-257175">
              <a:buFont typeface="Arial" panose="020B0604020202020204" pitchFamily="34" charset="0"/>
              <a:buChar char="•"/>
            </a:pPr>
            <a:endParaRPr lang="de-AT" dirty="0"/>
          </a:p>
          <a:p>
            <a:pPr marL="257175" indent="-257175">
              <a:buFont typeface="Arial" panose="020B0604020202020204" pitchFamily="34" charset="0"/>
              <a:buChar char="•"/>
            </a:pPr>
            <a:endParaRPr lang="en-GB" dirty="0"/>
          </a:p>
        </p:txBody>
      </p:sp>
      <p:sp>
        <p:nvSpPr>
          <p:cNvPr id="3" name="Titel 2"/>
          <p:cNvSpPr>
            <a:spLocks noGrp="1"/>
          </p:cNvSpPr>
          <p:nvPr>
            <p:ph type="title"/>
          </p:nvPr>
        </p:nvSpPr>
        <p:spPr/>
        <p:txBody>
          <a:bodyPr/>
          <a:lstStyle/>
          <a:p>
            <a:r>
              <a:rPr lang="de-AT" dirty="0" err="1"/>
              <a:t>Example</a:t>
            </a:r>
            <a:endParaRPr lang="en-GB" dirty="0"/>
          </a:p>
        </p:txBody>
      </p:sp>
    </p:spTree>
    <p:extLst>
      <p:ext uri="{BB962C8B-B14F-4D97-AF65-F5344CB8AC3E}">
        <p14:creationId xmlns:p14="http://schemas.microsoft.com/office/powerpoint/2010/main" val="4105489062"/>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Inhaltsplatzhalter 5"/>
          <p:cNvSpPr>
            <a:spLocks noGrp="1"/>
          </p:cNvSpPr>
          <p:nvPr>
            <p:ph idx="1"/>
          </p:nvPr>
        </p:nvSpPr>
        <p:spPr/>
        <p:txBody>
          <a:bodyPr/>
          <a:lstStyle/>
          <a:p>
            <a:pPr marL="257175" indent="-257175">
              <a:buFont typeface="Arial" panose="020B0604020202020204" pitchFamily="34" charset="0"/>
              <a:buChar char="•"/>
            </a:pPr>
            <a:r>
              <a:rPr lang="de-AT" dirty="0" err="1"/>
              <a:t>Difference</a:t>
            </a:r>
            <a:r>
              <a:rPr lang="de-AT" dirty="0"/>
              <a:t> in Sample </a:t>
            </a:r>
            <a:r>
              <a:rPr lang="de-AT" dirty="0" err="1"/>
              <a:t>Means</a:t>
            </a:r>
            <a:r>
              <a:rPr lang="de-AT" dirty="0"/>
              <a:t>: 0.19</a:t>
            </a:r>
          </a:p>
          <a:p>
            <a:pPr marL="257175" indent="-257175">
              <a:buFont typeface="Arial" panose="020B0604020202020204" pitchFamily="34" charset="0"/>
              <a:buChar char="•"/>
            </a:pPr>
            <a:r>
              <a:rPr lang="de-AT" dirty="0"/>
              <a:t>Sampling Error </a:t>
            </a:r>
            <a:r>
              <a:rPr lang="de-AT" dirty="0" err="1"/>
              <a:t>or</a:t>
            </a:r>
            <a:r>
              <a:rPr lang="de-AT" dirty="0"/>
              <a:t> True </a:t>
            </a:r>
            <a:r>
              <a:rPr lang="de-AT" dirty="0" err="1"/>
              <a:t>Effect</a:t>
            </a:r>
            <a:r>
              <a:rPr lang="de-AT" dirty="0"/>
              <a:t> in Population?</a:t>
            </a:r>
            <a:endParaRPr lang="en-GB" dirty="0"/>
          </a:p>
        </p:txBody>
      </p:sp>
      <p:sp>
        <p:nvSpPr>
          <p:cNvPr id="3" name="Titel 2"/>
          <p:cNvSpPr>
            <a:spLocks noGrp="1"/>
          </p:cNvSpPr>
          <p:nvPr>
            <p:ph type="title"/>
          </p:nvPr>
        </p:nvSpPr>
        <p:spPr/>
        <p:txBody>
          <a:bodyPr/>
          <a:lstStyle/>
          <a:p>
            <a:r>
              <a:rPr lang="de-AT" dirty="0" err="1"/>
              <a:t>Example</a:t>
            </a:r>
            <a:r>
              <a:rPr lang="de-AT" dirty="0"/>
              <a:t> – Sample </a:t>
            </a:r>
            <a:r>
              <a:rPr lang="de-AT" dirty="0" err="1"/>
              <a:t>Means</a:t>
            </a:r>
            <a:endParaRPr lang="en-GB" dirty="0"/>
          </a:p>
        </p:txBody>
      </p:sp>
      <p:pic>
        <p:nvPicPr>
          <p:cNvPr id="4" name="Grafik 3"/>
          <p:cNvPicPr>
            <a:picLocks noChangeAspect="1"/>
          </p:cNvPicPr>
          <p:nvPr/>
        </p:nvPicPr>
        <p:blipFill>
          <a:blip r:embed="rId2"/>
          <a:stretch>
            <a:fillRect/>
          </a:stretch>
        </p:blipFill>
        <p:spPr>
          <a:xfrm>
            <a:off x="2087724" y="2247714"/>
            <a:ext cx="2572347" cy="1296144"/>
          </a:xfrm>
          <a:prstGeom prst="rect">
            <a:avLst/>
          </a:prstGeom>
        </p:spPr>
      </p:pic>
      <p:pic>
        <p:nvPicPr>
          <p:cNvPr id="5" name="Grafik 4"/>
          <p:cNvPicPr>
            <a:picLocks noChangeAspect="1"/>
          </p:cNvPicPr>
          <p:nvPr/>
        </p:nvPicPr>
        <p:blipFill>
          <a:blip r:embed="rId3"/>
          <a:stretch>
            <a:fillRect/>
          </a:stretch>
        </p:blipFill>
        <p:spPr>
          <a:xfrm>
            <a:off x="4788024" y="2247714"/>
            <a:ext cx="2572347" cy="1296144"/>
          </a:xfrm>
          <a:prstGeom prst="rect">
            <a:avLst/>
          </a:prstGeom>
        </p:spPr>
      </p:pic>
    </p:spTree>
    <p:extLst>
      <p:ext uri="{BB962C8B-B14F-4D97-AF65-F5344CB8AC3E}">
        <p14:creationId xmlns:p14="http://schemas.microsoft.com/office/powerpoint/2010/main" val="792631921"/>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normAutofit fontScale="92500" lnSpcReduction="20000"/>
          </a:bodyPr>
          <a:lstStyle/>
          <a:p>
            <a:pPr marL="257175" indent="-257175">
              <a:buClr>
                <a:schemeClr val="tx1"/>
              </a:buClr>
              <a:buFont typeface="Arial" panose="020B0604020202020204" pitchFamily="34" charset="0"/>
              <a:buChar char="•"/>
            </a:pPr>
            <a:r>
              <a:rPr lang="en-US" altLang="en-US" dirty="0"/>
              <a:t>The </a:t>
            </a:r>
            <a:r>
              <a:rPr lang="en-US" altLang="en-US" b="1" dirty="0"/>
              <a:t>test statistic</a:t>
            </a:r>
            <a:r>
              <a:rPr lang="en-US" altLang="en-US" dirty="0"/>
              <a:t> measures how close the sample has come to the null hypothesis.</a:t>
            </a:r>
          </a:p>
          <a:p>
            <a:pPr marL="257175" indent="-257175">
              <a:buClr>
                <a:schemeClr val="tx1"/>
              </a:buClr>
              <a:buFont typeface="Arial" panose="020B0604020202020204" pitchFamily="34" charset="0"/>
              <a:buChar char="•"/>
            </a:pPr>
            <a:r>
              <a:rPr lang="en-US" altLang="en-US" dirty="0"/>
              <a:t>The test statistic often follows a well-known distribution, such as the normal, </a:t>
            </a:r>
            <a:r>
              <a:rPr lang="en-US" altLang="en-US" i="1" dirty="0"/>
              <a:t>t</a:t>
            </a:r>
            <a:r>
              <a:rPr lang="en-US" altLang="en-US" dirty="0"/>
              <a:t>, or chi-square distribution.</a:t>
            </a:r>
          </a:p>
          <a:p>
            <a:pPr marL="257175" indent="-257175">
              <a:buFont typeface="Arial" panose="020B0604020202020204" pitchFamily="34" charset="0"/>
              <a:buChar char="•"/>
            </a:pPr>
            <a:endParaRPr lang="de-AT" dirty="0"/>
          </a:p>
          <a:p>
            <a:pPr marL="257175" indent="-257175">
              <a:buFont typeface="Arial" panose="020B0604020202020204" pitchFamily="34" charset="0"/>
              <a:buChar char="•"/>
            </a:pPr>
            <a:endParaRPr lang="de-AT" dirty="0"/>
          </a:p>
          <a:p>
            <a:pPr marL="257175" indent="-257175">
              <a:buFont typeface="Arial" panose="020B0604020202020204" pitchFamily="34" charset="0"/>
              <a:buChar char="•"/>
            </a:pPr>
            <a:endParaRPr lang="de-AT" dirty="0"/>
          </a:p>
          <a:p>
            <a:pPr marL="257175" indent="-257175">
              <a:buFont typeface="Arial" panose="020B0604020202020204" pitchFamily="34" charset="0"/>
              <a:buChar char="•"/>
            </a:pPr>
            <a:endParaRPr lang="de-AT" dirty="0"/>
          </a:p>
          <a:p>
            <a:pPr marL="257175" indent="-257175">
              <a:buFont typeface="Arial" panose="020B0604020202020204" pitchFamily="34" charset="0"/>
              <a:buChar char="•"/>
            </a:pPr>
            <a:endParaRPr lang="de-AT" dirty="0"/>
          </a:p>
          <a:p>
            <a:pPr marL="257175" indent="-257175">
              <a:buFont typeface="Arial" panose="020B0604020202020204" pitchFamily="34" charset="0"/>
              <a:buChar char="•"/>
            </a:pPr>
            <a:endParaRPr lang="de-AT" dirty="0"/>
          </a:p>
          <a:p>
            <a:pPr marL="257175" indent="-257175">
              <a:buFont typeface="Arial" panose="020B0604020202020204" pitchFamily="34" charset="0"/>
              <a:buChar char="•"/>
            </a:pPr>
            <a:endParaRPr lang="de-AT" dirty="0"/>
          </a:p>
          <a:p>
            <a:pPr marL="257175" indent="-257175">
              <a:buFont typeface="Arial" panose="020B0604020202020204" pitchFamily="34" charset="0"/>
              <a:buChar char="•"/>
            </a:pPr>
            <a:r>
              <a:rPr lang="de-AT" dirty="0"/>
              <a:t>Independent Variable: Gender (nominal)</a:t>
            </a:r>
          </a:p>
          <a:p>
            <a:pPr marL="257175" indent="-257175">
              <a:buFont typeface="Arial" panose="020B0604020202020204" pitchFamily="34" charset="0"/>
              <a:buChar char="•"/>
            </a:pPr>
            <a:r>
              <a:rPr lang="de-AT" dirty="0" err="1"/>
              <a:t>Dependent</a:t>
            </a:r>
            <a:r>
              <a:rPr lang="de-AT" dirty="0"/>
              <a:t> Variable: Customer </a:t>
            </a:r>
            <a:r>
              <a:rPr lang="de-AT" dirty="0" err="1"/>
              <a:t>Satisfaction</a:t>
            </a:r>
            <a:r>
              <a:rPr lang="de-AT" dirty="0"/>
              <a:t> (</a:t>
            </a:r>
            <a:r>
              <a:rPr lang="de-AT" dirty="0" err="1"/>
              <a:t>metric</a:t>
            </a:r>
            <a:r>
              <a:rPr lang="de-AT" dirty="0"/>
              <a:t>)</a:t>
            </a:r>
          </a:p>
          <a:p>
            <a:pPr marL="257175" indent="-257175">
              <a:buFont typeface="Arial" panose="020B0604020202020204" pitchFamily="34" charset="0"/>
              <a:buChar char="•"/>
            </a:pPr>
            <a:r>
              <a:rPr lang="de-AT" dirty="0"/>
              <a:t>T-Test </a:t>
            </a:r>
            <a:r>
              <a:rPr lang="de-AT" dirty="0" err="1"/>
              <a:t>for</a:t>
            </a:r>
            <a:r>
              <a:rPr lang="de-AT" dirty="0"/>
              <a:t> Independent Samples</a:t>
            </a:r>
          </a:p>
          <a:p>
            <a:pPr marL="257175" indent="-257175">
              <a:buFont typeface="Arial" panose="020B0604020202020204" pitchFamily="34" charset="0"/>
              <a:buChar char="•"/>
            </a:pPr>
            <a:endParaRPr lang="en-GB" dirty="0"/>
          </a:p>
        </p:txBody>
      </p:sp>
      <p:sp>
        <p:nvSpPr>
          <p:cNvPr id="3" name="Titel 2"/>
          <p:cNvSpPr>
            <a:spLocks noGrp="1"/>
          </p:cNvSpPr>
          <p:nvPr>
            <p:ph type="title"/>
          </p:nvPr>
        </p:nvSpPr>
        <p:spPr/>
        <p:txBody>
          <a:bodyPr/>
          <a:lstStyle/>
          <a:p>
            <a:r>
              <a:rPr lang="de-AT" dirty="0" err="1"/>
              <a:t>Step</a:t>
            </a:r>
            <a:r>
              <a:rPr lang="de-AT" dirty="0"/>
              <a:t> 2: Select an </a:t>
            </a:r>
            <a:r>
              <a:rPr lang="de-AT" dirty="0" err="1"/>
              <a:t>Appropriate</a:t>
            </a:r>
            <a:r>
              <a:rPr lang="de-AT" dirty="0"/>
              <a:t> Test</a:t>
            </a:r>
            <a:endParaRPr lang="en-GB" dirty="0"/>
          </a:p>
        </p:txBody>
      </p:sp>
      <p:graphicFrame>
        <p:nvGraphicFramePr>
          <p:cNvPr id="4" name="Tabelle 3"/>
          <p:cNvGraphicFramePr>
            <a:graphicFrameLocks noGrp="1"/>
          </p:cNvGraphicFramePr>
          <p:nvPr>
            <p:extLst>
              <p:ext uri="{D42A27DB-BD31-4B8C-83A1-F6EECF244321}">
                <p14:modId xmlns:p14="http://schemas.microsoft.com/office/powerpoint/2010/main" val="3580216317"/>
              </p:ext>
            </p:extLst>
          </p:nvPr>
        </p:nvGraphicFramePr>
        <p:xfrm>
          <a:off x="1952708" y="2349559"/>
          <a:ext cx="5238583" cy="845820"/>
        </p:xfrm>
        <a:graphic>
          <a:graphicData uri="http://schemas.openxmlformats.org/drawingml/2006/table">
            <a:tbl>
              <a:tblPr firstRow="1" bandRow="1">
                <a:tableStyleId>{5C22544A-7EE6-4342-B048-85BDC9FD1C3A}</a:tableStyleId>
              </a:tblPr>
              <a:tblGrid>
                <a:gridCol w="1350150">
                  <a:extLst>
                    <a:ext uri="{9D8B030D-6E8A-4147-A177-3AD203B41FA5}">
                      <a16:colId xmlns:a16="http://schemas.microsoft.com/office/drawing/2014/main" val="2095048158"/>
                    </a:ext>
                  </a:extLst>
                </a:gridCol>
                <a:gridCol w="1836204">
                  <a:extLst>
                    <a:ext uri="{9D8B030D-6E8A-4147-A177-3AD203B41FA5}">
                      <a16:colId xmlns:a16="http://schemas.microsoft.com/office/drawing/2014/main" val="2706447896"/>
                    </a:ext>
                  </a:extLst>
                </a:gridCol>
                <a:gridCol w="2052229">
                  <a:extLst>
                    <a:ext uri="{9D8B030D-6E8A-4147-A177-3AD203B41FA5}">
                      <a16:colId xmlns:a16="http://schemas.microsoft.com/office/drawing/2014/main" val="3776270617"/>
                    </a:ext>
                  </a:extLst>
                </a:gridCol>
              </a:tblGrid>
              <a:tr h="278130">
                <a:tc>
                  <a:txBody>
                    <a:bodyPr/>
                    <a:lstStyle/>
                    <a:p>
                      <a:endParaRPr lang="en-GB" sz="1400" dirty="0"/>
                    </a:p>
                  </a:txBody>
                  <a:tcPr marL="68580" marR="68580" marT="34290" marB="34290"/>
                </a:tc>
                <a:tc>
                  <a:txBody>
                    <a:bodyPr/>
                    <a:lstStyle/>
                    <a:p>
                      <a:pPr algn="ctr"/>
                      <a:r>
                        <a:rPr lang="de-AT" sz="1400" dirty="0"/>
                        <a:t>DV – nominal</a:t>
                      </a:r>
                      <a:endParaRPr lang="en-GB" sz="1400" dirty="0"/>
                    </a:p>
                  </a:txBody>
                  <a:tcPr marL="68580" marR="68580" marT="34290" marB="34290" anchor="ctr"/>
                </a:tc>
                <a:tc>
                  <a:txBody>
                    <a:bodyPr/>
                    <a:lstStyle/>
                    <a:p>
                      <a:pPr algn="ctr"/>
                      <a:r>
                        <a:rPr lang="de-AT" sz="1400" dirty="0"/>
                        <a:t>DV - </a:t>
                      </a:r>
                      <a:r>
                        <a:rPr lang="de-AT" sz="1400" dirty="0" err="1"/>
                        <a:t>metric</a:t>
                      </a:r>
                      <a:r>
                        <a:rPr lang="de-AT" sz="1400" dirty="0"/>
                        <a:t> </a:t>
                      </a:r>
                      <a:endParaRPr lang="en-GB" sz="1400" dirty="0"/>
                    </a:p>
                  </a:txBody>
                  <a:tcPr marL="68580" marR="68580" marT="34290" marB="34290" anchor="ctr"/>
                </a:tc>
                <a:extLst>
                  <a:ext uri="{0D108BD9-81ED-4DB2-BD59-A6C34878D82A}">
                    <a16:rowId xmlns:a16="http://schemas.microsoft.com/office/drawing/2014/main" val="2315951484"/>
                  </a:ext>
                </a:extLst>
              </a:tr>
              <a:tr h="278130">
                <a:tc>
                  <a:txBody>
                    <a:bodyPr/>
                    <a:lstStyle/>
                    <a:p>
                      <a:r>
                        <a:rPr lang="de-AT" sz="1400" dirty="0"/>
                        <a:t>IV – nominal</a:t>
                      </a:r>
                      <a:endParaRPr lang="en-GB" sz="1400" dirty="0"/>
                    </a:p>
                  </a:txBody>
                  <a:tcPr marL="68580" marR="68580" marT="34290" marB="34290"/>
                </a:tc>
                <a:tc>
                  <a:txBody>
                    <a:bodyPr/>
                    <a:lstStyle/>
                    <a:p>
                      <a:pPr algn="ctr"/>
                      <a:r>
                        <a:rPr lang="de-AT" sz="1400" dirty="0"/>
                        <a:t>Chi-Square</a:t>
                      </a:r>
                      <a:endParaRPr lang="en-GB" sz="1400" dirty="0"/>
                    </a:p>
                  </a:txBody>
                  <a:tcPr marL="68580" marR="68580" marT="34290" marB="34290"/>
                </a:tc>
                <a:tc>
                  <a:txBody>
                    <a:bodyPr/>
                    <a:lstStyle/>
                    <a:p>
                      <a:pPr algn="ctr"/>
                      <a:r>
                        <a:rPr lang="de-AT" sz="1400" dirty="0"/>
                        <a:t>T-Test, </a:t>
                      </a:r>
                      <a:r>
                        <a:rPr lang="de-AT" sz="1400" dirty="0" err="1"/>
                        <a:t>Anova</a:t>
                      </a:r>
                      <a:endParaRPr lang="en-GB" sz="1400" dirty="0"/>
                    </a:p>
                  </a:txBody>
                  <a:tcPr marL="68580" marR="68580" marT="34290" marB="34290" anchor="ctr"/>
                </a:tc>
                <a:extLst>
                  <a:ext uri="{0D108BD9-81ED-4DB2-BD59-A6C34878D82A}">
                    <a16:rowId xmlns:a16="http://schemas.microsoft.com/office/drawing/2014/main" val="3735002697"/>
                  </a:ext>
                </a:extLst>
              </a:tr>
              <a:tr h="278130">
                <a:tc>
                  <a:txBody>
                    <a:bodyPr/>
                    <a:lstStyle/>
                    <a:p>
                      <a:r>
                        <a:rPr lang="de-AT" sz="1400" dirty="0"/>
                        <a:t>IV - </a:t>
                      </a:r>
                      <a:r>
                        <a:rPr lang="de-AT" sz="1400" dirty="0" err="1"/>
                        <a:t>metric</a:t>
                      </a:r>
                      <a:endParaRPr lang="en-GB" sz="1400" dirty="0"/>
                    </a:p>
                  </a:txBody>
                  <a:tcPr marL="68580" marR="68580" marT="34290" marB="34290"/>
                </a:tc>
                <a:tc>
                  <a:txBody>
                    <a:bodyPr/>
                    <a:lstStyle/>
                    <a:p>
                      <a:pPr algn="ctr"/>
                      <a:r>
                        <a:rPr lang="de-AT" sz="1400" dirty="0" err="1"/>
                        <a:t>Logistic</a:t>
                      </a:r>
                      <a:r>
                        <a:rPr lang="de-AT" sz="1400" dirty="0"/>
                        <a:t> Regression</a:t>
                      </a:r>
                      <a:endParaRPr lang="en-GB" sz="1400" dirty="0"/>
                    </a:p>
                  </a:txBody>
                  <a:tcPr marL="68580" marR="68580" marT="34290" marB="34290"/>
                </a:tc>
                <a:tc>
                  <a:txBody>
                    <a:bodyPr/>
                    <a:lstStyle/>
                    <a:p>
                      <a:pPr algn="ctr"/>
                      <a:r>
                        <a:rPr lang="de-AT" sz="1400" dirty="0" err="1"/>
                        <a:t>Correlation</a:t>
                      </a:r>
                      <a:r>
                        <a:rPr lang="de-AT" sz="1400" dirty="0"/>
                        <a:t>, Regression</a:t>
                      </a:r>
                      <a:endParaRPr lang="en-GB" sz="1400" dirty="0"/>
                    </a:p>
                  </a:txBody>
                  <a:tcPr marL="68580" marR="68580" marT="34290" marB="34290"/>
                </a:tc>
                <a:extLst>
                  <a:ext uri="{0D108BD9-81ED-4DB2-BD59-A6C34878D82A}">
                    <a16:rowId xmlns:a16="http://schemas.microsoft.com/office/drawing/2014/main" val="899043865"/>
                  </a:ext>
                </a:extLst>
              </a:tr>
            </a:tbl>
          </a:graphicData>
        </a:graphic>
      </p:graphicFrame>
    </p:spTree>
    <p:extLst>
      <p:ext uri="{BB962C8B-B14F-4D97-AF65-F5344CB8AC3E}">
        <p14:creationId xmlns:p14="http://schemas.microsoft.com/office/powerpoint/2010/main" val="111917453"/>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Inhaltsplatzhalter 5"/>
          <p:cNvGraphicFramePr>
            <a:graphicFrameLocks noGrp="1"/>
          </p:cNvGraphicFramePr>
          <p:nvPr>
            <p:ph idx="1"/>
            <p:extLst>
              <p:ext uri="{D42A27DB-BD31-4B8C-83A1-F6EECF244321}">
                <p14:modId xmlns:p14="http://schemas.microsoft.com/office/powerpoint/2010/main" val="2780717870"/>
              </p:ext>
            </p:extLst>
          </p:nvPr>
        </p:nvGraphicFramePr>
        <p:xfrm>
          <a:off x="598696" y="1699260"/>
          <a:ext cx="7759700" cy="1744980"/>
        </p:xfrm>
        <a:graphic>
          <a:graphicData uri="http://schemas.openxmlformats.org/drawingml/2006/table">
            <a:tbl>
              <a:tblPr firstRow="1" bandRow="1">
                <a:tableStyleId>{5C22544A-7EE6-4342-B048-85BDC9FD1C3A}</a:tableStyleId>
              </a:tblPr>
              <a:tblGrid>
                <a:gridCol w="1939925">
                  <a:extLst>
                    <a:ext uri="{9D8B030D-6E8A-4147-A177-3AD203B41FA5}">
                      <a16:colId xmlns:a16="http://schemas.microsoft.com/office/drawing/2014/main" val="1356363078"/>
                    </a:ext>
                  </a:extLst>
                </a:gridCol>
                <a:gridCol w="1939925">
                  <a:extLst>
                    <a:ext uri="{9D8B030D-6E8A-4147-A177-3AD203B41FA5}">
                      <a16:colId xmlns:a16="http://schemas.microsoft.com/office/drawing/2014/main" val="3439258068"/>
                    </a:ext>
                  </a:extLst>
                </a:gridCol>
                <a:gridCol w="1939925">
                  <a:extLst>
                    <a:ext uri="{9D8B030D-6E8A-4147-A177-3AD203B41FA5}">
                      <a16:colId xmlns:a16="http://schemas.microsoft.com/office/drawing/2014/main" val="3413923864"/>
                    </a:ext>
                  </a:extLst>
                </a:gridCol>
                <a:gridCol w="1939925">
                  <a:extLst>
                    <a:ext uri="{9D8B030D-6E8A-4147-A177-3AD203B41FA5}">
                      <a16:colId xmlns:a16="http://schemas.microsoft.com/office/drawing/2014/main" val="2642022761"/>
                    </a:ext>
                  </a:extLst>
                </a:gridCol>
              </a:tblGrid>
              <a:tr h="278130">
                <a:tc rowSpan="4">
                  <a:txBody>
                    <a:bodyPr/>
                    <a:lstStyle/>
                    <a:p>
                      <a:pPr algn="ctr"/>
                      <a:r>
                        <a:rPr lang="de-AT" sz="1400" dirty="0"/>
                        <a:t>ACTUAL</a:t>
                      </a:r>
                      <a:endParaRPr lang="en-GB" sz="1400" dirty="0"/>
                    </a:p>
                  </a:txBody>
                  <a:tcPr marL="68580" marR="68580" marT="34290" marB="34290" anchor="ctr"/>
                </a:tc>
                <a:tc gridSpan="3">
                  <a:txBody>
                    <a:bodyPr/>
                    <a:lstStyle/>
                    <a:p>
                      <a:pPr algn="ctr"/>
                      <a:r>
                        <a:rPr lang="de-AT" sz="1400" dirty="0"/>
                        <a:t>PREDICTED</a:t>
                      </a:r>
                      <a:endParaRPr lang="en-GB" sz="1400" dirty="0"/>
                    </a:p>
                  </a:txBody>
                  <a:tcPr marL="68580" marR="68580" marT="34290" marB="34290"/>
                </a:tc>
                <a:tc hMerge="1">
                  <a:txBody>
                    <a:bodyPr/>
                    <a:lstStyle/>
                    <a:p>
                      <a:endParaRPr lang="en-GB" dirty="0"/>
                    </a:p>
                  </a:txBody>
                  <a:tcPr/>
                </a:tc>
                <a:tc hMerge="1">
                  <a:txBody>
                    <a:bodyPr/>
                    <a:lstStyle/>
                    <a:p>
                      <a:endParaRPr lang="en-GB" dirty="0"/>
                    </a:p>
                  </a:txBody>
                  <a:tcPr/>
                </a:tc>
                <a:extLst>
                  <a:ext uri="{0D108BD9-81ED-4DB2-BD59-A6C34878D82A}">
                    <a16:rowId xmlns:a16="http://schemas.microsoft.com/office/drawing/2014/main" val="1616992249"/>
                  </a:ext>
                </a:extLst>
              </a:tr>
              <a:tr h="278130">
                <a:tc vMerge="1">
                  <a:txBody>
                    <a:bodyPr/>
                    <a:lstStyle/>
                    <a:p>
                      <a:endParaRPr lang="en-GB" dirty="0"/>
                    </a:p>
                  </a:txBody>
                  <a:tcPr/>
                </a:tc>
                <a:tc>
                  <a:txBody>
                    <a:bodyPr/>
                    <a:lstStyle/>
                    <a:p>
                      <a:endParaRPr lang="en-GB" sz="1400"/>
                    </a:p>
                  </a:txBody>
                  <a:tcPr marL="68580" marR="68580" marT="34290" marB="34290"/>
                </a:tc>
                <a:tc>
                  <a:txBody>
                    <a:bodyPr/>
                    <a:lstStyle/>
                    <a:p>
                      <a:pPr algn="ctr"/>
                      <a:r>
                        <a:rPr lang="de-AT" sz="1400" dirty="0"/>
                        <a:t>H</a:t>
                      </a:r>
                      <a:r>
                        <a:rPr lang="de-AT" sz="1400" baseline="-25000" dirty="0"/>
                        <a:t>0</a:t>
                      </a:r>
                      <a:r>
                        <a:rPr lang="de-AT" sz="1400" baseline="0" dirty="0"/>
                        <a:t> </a:t>
                      </a:r>
                      <a:r>
                        <a:rPr lang="de-AT" sz="1400" baseline="0" dirty="0" err="1"/>
                        <a:t>is</a:t>
                      </a:r>
                      <a:r>
                        <a:rPr lang="de-AT" sz="1400" baseline="0" dirty="0"/>
                        <a:t> </a:t>
                      </a:r>
                      <a:r>
                        <a:rPr lang="de-AT" sz="1400" baseline="0" dirty="0" err="1"/>
                        <a:t>predicted</a:t>
                      </a:r>
                      <a:endParaRPr lang="en-GB" sz="1400" dirty="0"/>
                    </a:p>
                  </a:txBody>
                  <a:tcPr marL="68580" marR="68580" marT="34290" marB="34290"/>
                </a:tc>
                <a:tc>
                  <a:txBody>
                    <a:bodyPr/>
                    <a:lstStyle/>
                    <a:p>
                      <a:pPr algn="ctr"/>
                      <a:r>
                        <a:rPr lang="de-AT" sz="1400" dirty="0"/>
                        <a:t>H</a:t>
                      </a:r>
                      <a:r>
                        <a:rPr lang="de-AT" sz="1400" baseline="-25000" dirty="0"/>
                        <a:t>A</a:t>
                      </a:r>
                      <a:r>
                        <a:rPr lang="de-AT" sz="1400" dirty="0"/>
                        <a:t> </a:t>
                      </a:r>
                      <a:r>
                        <a:rPr lang="de-AT" sz="1400" dirty="0" err="1"/>
                        <a:t>is</a:t>
                      </a:r>
                      <a:r>
                        <a:rPr lang="de-AT" sz="1400" dirty="0"/>
                        <a:t> </a:t>
                      </a:r>
                      <a:r>
                        <a:rPr lang="de-AT" sz="1400" dirty="0" err="1"/>
                        <a:t>predicted</a:t>
                      </a:r>
                      <a:endParaRPr lang="en-GB" sz="1400" dirty="0"/>
                    </a:p>
                  </a:txBody>
                  <a:tcPr marL="68580" marR="68580" marT="34290" marB="34290"/>
                </a:tc>
                <a:extLst>
                  <a:ext uri="{0D108BD9-81ED-4DB2-BD59-A6C34878D82A}">
                    <a16:rowId xmlns:a16="http://schemas.microsoft.com/office/drawing/2014/main" val="1479924755"/>
                  </a:ext>
                </a:extLst>
              </a:tr>
              <a:tr h="480060">
                <a:tc vMerge="1">
                  <a:txBody>
                    <a:bodyPr/>
                    <a:lstStyle/>
                    <a:p>
                      <a:endParaRPr lang="en-GB" dirty="0"/>
                    </a:p>
                  </a:txBody>
                  <a:tcPr/>
                </a:tc>
                <a:tc>
                  <a:txBody>
                    <a:bodyPr/>
                    <a:lstStyle/>
                    <a:p>
                      <a:pPr algn="ctr"/>
                      <a:r>
                        <a:rPr lang="de-AT" sz="1400" dirty="0"/>
                        <a:t>H</a:t>
                      </a:r>
                      <a:r>
                        <a:rPr lang="de-AT" sz="1400" baseline="-25000" dirty="0"/>
                        <a:t>0</a:t>
                      </a:r>
                      <a:r>
                        <a:rPr lang="de-AT" sz="1400" dirty="0"/>
                        <a:t> </a:t>
                      </a:r>
                      <a:r>
                        <a:rPr lang="de-AT" sz="1400" dirty="0" err="1"/>
                        <a:t>is</a:t>
                      </a:r>
                      <a:r>
                        <a:rPr lang="de-AT" sz="1400" dirty="0"/>
                        <a:t> </a:t>
                      </a:r>
                      <a:r>
                        <a:rPr lang="de-AT" sz="1400" dirty="0" err="1"/>
                        <a:t>true</a:t>
                      </a:r>
                      <a:endParaRPr lang="en-GB" sz="1400" dirty="0"/>
                    </a:p>
                  </a:txBody>
                  <a:tcPr marL="68580" marR="68580" marT="34290" marB="34290" anchor="ctr"/>
                </a:tc>
                <a:tc>
                  <a:txBody>
                    <a:bodyPr/>
                    <a:lstStyle/>
                    <a:p>
                      <a:pPr algn="ctr"/>
                      <a:r>
                        <a:rPr lang="de-AT" sz="1400" dirty="0">
                          <a:solidFill>
                            <a:srgbClr val="FF0000"/>
                          </a:solidFill>
                        </a:rPr>
                        <a:t>True negative</a:t>
                      </a:r>
                      <a:endParaRPr lang="en-GB" sz="1400" dirty="0">
                        <a:solidFill>
                          <a:srgbClr val="FF0000"/>
                        </a:solidFill>
                      </a:endParaRPr>
                    </a:p>
                  </a:txBody>
                  <a:tcPr marL="68580" marR="68580" marT="34290" marB="34290" anchor="ctr"/>
                </a:tc>
                <a:tc>
                  <a:txBody>
                    <a:bodyPr/>
                    <a:lstStyle/>
                    <a:p>
                      <a:pPr algn="ctr"/>
                      <a:r>
                        <a:rPr lang="de-AT" sz="1400" dirty="0" err="1">
                          <a:solidFill>
                            <a:srgbClr val="FF0000"/>
                          </a:solidFill>
                        </a:rPr>
                        <a:t>False</a:t>
                      </a:r>
                      <a:r>
                        <a:rPr lang="de-AT" sz="1400" baseline="0" dirty="0">
                          <a:solidFill>
                            <a:srgbClr val="FF0000"/>
                          </a:solidFill>
                        </a:rPr>
                        <a:t> positive</a:t>
                      </a:r>
                    </a:p>
                    <a:p>
                      <a:pPr algn="ctr"/>
                      <a:r>
                        <a:rPr lang="de-AT" sz="1400" baseline="0" dirty="0">
                          <a:solidFill>
                            <a:srgbClr val="FF0000"/>
                          </a:solidFill>
                        </a:rPr>
                        <a:t>(Type I </a:t>
                      </a:r>
                      <a:r>
                        <a:rPr lang="de-AT" sz="1400" baseline="0" dirty="0" err="1">
                          <a:solidFill>
                            <a:srgbClr val="FF0000"/>
                          </a:solidFill>
                        </a:rPr>
                        <a:t>or</a:t>
                      </a:r>
                      <a:r>
                        <a:rPr lang="de-AT" sz="1400" baseline="0" dirty="0">
                          <a:solidFill>
                            <a:srgbClr val="FF0000"/>
                          </a:solidFill>
                        </a:rPr>
                        <a:t> </a:t>
                      </a:r>
                      <a:r>
                        <a:rPr lang="el-GR" sz="1400" baseline="0" dirty="0">
                          <a:solidFill>
                            <a:srgbClr val="FF0000"/>
                          </a:solidFill>
                        </a:rPr>
                        <a:t>α</a:t>
                      </a:r>
                      <a:r>
                        <a:rPr lang="de-AT" sz="1400" baseline="0" dirty="0">
                          <a:solidFill>
                            <a:srgbClr val="FF0000"/>
                          </a:solidFill>
                        </a:rPr>
                        <a:t> </a:t>
                      </a:r>
                      <a:r>
                        <a:rPr lang="de-AT" sz="1400" baseline="0" dirty="0" err="1">
                          <a:solidFill>
                            <a:srgbClr val="FF0000"/>
                          </a:solidFill>
                        </a:rPr>
                        <a:t>error</a:t>
                      </a:r>
                      <a:r>
                        <a:rPr lang="de-AT" sz="1400" baseline="0" dirty="0">
                          <a:solidFill>
                            <a:srgbClr val="FF0000"/>
                          </a:solidFill>
                        </a:rPr>
                        <a:t>)</a:t>
                      </a:r>
                      <a:endParaRPr lang="en-GB" sz="1400" dirty="0">
                        <a:solidFill>
                          <a:srgbClr val="FF0000"/>
                        </a:solidFill>
                      </a:endParaRPr>
                    </a:p>
                  </a:txBody>
                  <a:tcPr marL="68580" marR="68580" marT="34290" marB="34290" anchor="ctr"/>
                </a:tc>
                <a:extLst>
                  <a:ext uri="{0D108BD9-81ED-4DB2-BD59-A6C34878D82A}">
                    <a16:rowId xmlns:a16="http://schemas.microsoft.com/office/drawing/2014/main" val="3810694605"/>
                  </a:ext>
                </a:extLst>
              </a:tr>
              <a:tr h="685800">
                <a:tc vMerge="1">
                  <a:txBody>
                    <a:bodyPr/>
                    <a:lstStyle/>
                    <a:p>
                      <a:endParaRPr lang="en-GB" dirty="0"/>
                    </a:p>
                  </a:txBody>
                  <a:tcPr/>
                </a:tc>
                <a:tc>
                  <a:txBody>
                    <a:bodyPr/>
                    <a:lstStyle/>
                    <a:p>
                      <a:pPr algn="ctr"/>
                      <a:r>
                        <a:rPr lang="de-AT" sz="1400" dirty="0"/>
                        <a:t>H</a:t>
                      </a:r>
                      <a:r>
                        <a:rPr lang="de-AT" sz="1400" baseline="-25000" dirty="0"/>
                        <a:t>A</a:t>
                      </a:r>
                      <a:r>
                        <a:rPr lang="de-AT" sz="1400" dirty="0"/>
                        <a:t> </a:t>
                      </a:r>
                      <a:r>
                        <a:rPr lang="de-AT" sz="1400" dirty="0" err="1"/>
                        <a:t>is</a:t>
                      </a:r>
                      <a:r>
                        <a:rPr lang="de-AT" sz="1400" dirty="0"/>
                        <a:t> </a:t>
                      </a:r>
                      <a:r>
                        <a:rPr lang="de-AT" sz="1400" dirty="0" err="1"/>
                        <a:t>true</a:t>
                      </a:r>
                      <a:endParaRPr lang="en-GB" sz="1400" dirty="0"/>
                    </a:p>
                  </a:txBody>
                  <a:tcPr marL="68580" marR="68580" marT="34290" marB="34290" anchor="ctr"/>
                </a:tc>
                <a:tc>
                  <a:txBody>
                    <a:bodyPr/>
                    <a:lstStyle/>
                    <a:p>
                      <a:pPr algn="ctr"/>
                      <a:r>
                        <a:rPr lang="de-AT" sz="1400" dirty="0" err="1">
                          <a:solidFill>
                            <a:srgbClr val="FF0000"/>
                          </a:solidFill>
                        </a:rPr>
                        <a:t>False</a:t>
                      </a:r>
                      <a:r>
                        <a:rPr lang="de-AT" sz="1400" dirty="0">
                          <a:solidFill>
                            <a:srgbClr val="FF0000"/>
                          </a:solidFill>
                        </a:rPr>
                        <a:t> negative</a:t>
                      </a:r>
                    </a:p>
                    <a:p>
                      <a:pPr algn="ctr"/>
                      <a:r>
                        <a:rPr lang="de-AT" sz="1400" dirty="0">
                          <a:solidFill>
                            <a:srgbClr val="FF0000"/>
                          </a:solidFill>
                        </a:rPr>
                        <a:t>(Type II </a:t>
                      </a:r>
                      <a:r>
                        <a:rPr lang="de-AT" sz="1400" dirty="0" err="1">
                          <a:solidFill>
                            <a:srgbClr val="FF0000"/>
                          </a:solidFill>
                        </a:rPr>
                        <a:t>or</a:t>
                      </a:r>
                      <a:r>
                        <a:rPr lang="de-AT" sz="1400" dirty="0">
                          <a:solidFill>
                            <a:srgbClr val="FF0000"/>
                          </a:solidFill>
                        </a:rPr>
                        <a:t> </a:t>
                      </a:r>
                      <a:r>
                        <a:rPr lang="el-GR" sz="1400" dirty="0">
                          <a:solidFill>
                            <a:srgbClr val="FF0000"/>
                          </a:solidFill>
                        </a:rPr>
                        <a:t>β</a:t>
                      </a:r>
                      <a:r>
                        <a:rPr lang="de-AT" sz="1400" dirty="0">
                          <a:solidFill>
                            <a:srgbClr val="FF0000"/>
                          </a:solidFill>
                        </a:rPr>
                        <a:t> </a:t>
                      </a:r>
                      <a:r>
                        <a:rPr lang="de-AT" sz="1400" dirty="0" err="1">
                          <a:solidFill>
                            <a:srgbClr val="FF0000"/>
                          </a:solidFill>
                        </a:rPr>
                        <a:t>error</a:t>
                      </a:r>
                      <a:r>
                        <a:rPr lang="de-AT" sz="1400" dirty="0">
                          <a:solidFill>
                            <a:srgbClr val="FF0000"/>
                          </a:solidFill>
                        </a:rPr>
                        <a:t>)</a:t>
                      </a:r>
                      <a:endParaRPr lang="en-GB" sz="1400" dirty="0">
                        <a:solidFill>
                          <a:srgbClr val="FF0000"/>
                        </a:solidFill>
                      </a:endParaRPr>
                    </a:p>
                  </a:txBody>
                  <a:tcPr marL="68580" marR="68580" marT="34290" marB="34290" anchor="ctr"/>
                </a:tc>
                <a:tc>
                  <a:txBody>
                    <a:bodyPr/>
                    <a:lstStyle/>
                    <a:p>
                      <a:pPr algn="ctr"/>
                      <a:r>
                        <a:rPr lang="de-AT" sz="1400" dirty="0">
                          <a:solidFill>
                            <a:srgbClr val="FF0000"/>
                          </a:solidFill>
                        </a:rPr>
                        <a:t>True positive</a:t>
                      </a:r>
                      <a:endParaRPr lang="en-GB" sz="1400" dirty="0">
                        <a:solidFill>
                          <a:srgbClr val="FF0000"/>
                        </a:solidFill>
                      </a:endParaRPr>
                    </a:p>
                  </a:txBody>
                  <a:tcPr marL="68580" marR="68580" marT="34290" marB="34290" anchor="ctr"/>
                </a:tc>
                <a:extLst>
                  <a:ext uri="{0D108BD9-81ED-4DB2-BD59-A6C34878D82A}">
                    <a16:rowId xmlns:a16="http://schemas.microsoft.com/office/drawing/2014/main" val="3097515250"/>
                  </a:ext>
                </a:extLst>
              </a:tr>
            </a:tbl>
          </a:graphicData>
        </a:graphic>
      </p:graphicFrame>
      <p:sp>
        <p:nvSpPr>
          <p:cNvPr id="3" name="Titel 2"/>
          <p:cNvSpPr>
            <a:spLocks noGrp="1"/>
          </p:cNvSpPr>
          <p:nvPr>
            <p:ph type="title"/>
          </p:nvPr>
        </p:nvSpPr>
        <p:spPr/>
        <p:txBody>
          <a:bodyPr/>
          <a:lstStyle/>
          <a:p>
            <a:r>
              <a:rPr lang="de-AT" dirty="0" err="1"/>
              <a:t>Step</a:t>
            </a:r>
            <a:r>
              <a:rPr lang="de-AT" dirty="0"/>
              <a:t> 3: </a:t>
            </a:r>
            <a:r>
              <a:rPr lang="de-AT" dirty="0" err="1"/>
              <a:t>Choose</a:t>
            </a:r>
            <a:r>
              <a:rPr lang="de-AT" dirty="0"/>
              <a:t> </a:t>
            </a:r>
            <a:r>
              <a:rPr lang="de-AT" dirty="0" err="1"/>
              <a:t>the</a:t>
            </a:r>
            <a:r>
              <a:rPr lang="de-AT" dirty="0"/>
              <a:t> Level </a:t>
            </a:r>
            <a:r>
              <a:rPr lang="de-AT" dirty="0" err="1"/>
              <a:t>of</a:t>
            </a:r>
            <a:r>
              <a:rPr lang="de-AT" dirty="0"/>
              <a:t> </a:t>
            </a:r>
            <a:r>
              <a:rPr lang="de-AT" dirty="0" err="1"/>
              <a:t>Signficance</a:t>
            </a:r>
            <a:endParaRPr lang="en-GB" dirty="0"/>
          </a:p>
        </p:txBody>
      </p:sp>
    </p:spTree>
    <p:extLst>
      <p:ext uri="{BB962C8B-B14F-4D97-AF65-F5344CB8AC3E}">
        <p14:creationId xmlns:p14="http://schemas.microsoft.com/office/powerpoint/2010/main" val="240901018"/>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marL="257175" indent="-257175">
              <a:lnSpc>
                <a:spcPct val="110000"/>
              </a:lnSpc>
              <a:spcAft>
                <a:spcPct val="20000"/>
              </a:spcAft>
              <a:buFont typeface="Arial" panose="020B0604020202020204" pitchFamily="34" charset="0"/>
              <a:buChar char="•"/>
            </a:pPr>
            <a:r>
              <a:rPr lang="en-US" altLang="en-US" dirty="0"/>
              <a:t>Indicates the percentage of sample means that is outside the cut-off limits (critical value)</a:t>
            </a:r>
          </a:p>
          <a:p>
            <a:pPr marL="257175" indent="-257175">
              <a:lnSpc>
                <a:spcPct val="110000"/>
              </a:lnSpc>
              <a:spcAft>
                <a:spcPct val="20000"/>
              </a:spcAft>
              <a:buFont typeface="Arial" panose="020B0604020202020204" pitchFamily="34" charset="0"/>
              <a:buChar char="•"/>
            </a:pPr>
            <a:r>
              <a:rPr lang="en-US" altLang="en-US" dirty="0"/>
              <a:t>The higher the significance level (</a:t>
            </a:r>
            <a:r>
              <a:rPr lang="en-US" altLang="en-US" dirty="0">
                <a:sym typeface="Symbol" panose="05050102010706020507" pitchFamily="18" charset="2"/>
              </a:rPr>
              <a:t>) </a:t>
            </a:r>
            <a:r>
              <a:rPr lang="en-US" altLang="en-US" dirty="0"/>
              <a:t>used for testing a hypothesis, the higher the probability of </a:t>
            </a:r>
            <a:r>
              <a:rPr lang="en-US" altLang="en-US" dirty="0">
                <a:solidFill>
                  <a:srgbClr val="990033"/>
                </a:solidFill>
              </a:rPr>
              <a:t>rejecting a null hypothesis when it is true (Type I error)</a:t>
            </a:r>
          </a:p>
          <a:p>
            <a:pPr marL="257175" indent="-257175">
              <a:lnSpc>
                <a:spcPct val="110000"/>
              </a:lnSpc>
              <a:spcAft>
                <a:spcPct val="20000"/>
              </a:spcAft>
              <a:buFont typeface="Arial" panose="020B0604020202020204" pitchFamily="34" charset="0"/>
              <a:buChar char="•"/>
            </a:pPr>
            <a:r>
              <a:rPr lang="en-US" altLang="en-US" dirty="0">
                <a:solidFill>
                  <a:srgbClr val="990033"/>
                </a:solidFill>
              </a:rPr>
              <a:t>Accepting a null hypothesis when it is false</a:t>
            </a:r>
            <a:r>
              <a:rPr lang="en-US" altLang="en-US" dirty="0">
                <a:solidFill>
                  <a:srgbClr val="FF0000"/>
                </a:solidFill>
              </a:rPr>
              <a:t> </a:t>
            </a:r>
            <a:r>
              <a:rPr lang="en-US" altLang="en-US" dirty="0"/>
              <a:t>is called a </a:t>
            </a:r>
            <a:r>
              <a:rPr lang="en-US" altLang="en-US" dirty="0">
                <a:solidFill>
                  <a:srgbClr val="990033"/>
                </a:solidFill>
              </a:rPr>
              <a:t>Type II</a:t>
            </a:r>
            <a:r>
              <a:rPr lang="en-US" altLang="en-US" dirty="0"/>
              <a:t> error and its probability is (</a:t>
            </a:r>
            <a:r>
              <a:rPr lang="en-US" altLang="en-US" dirty="0">
                <a:sym typeface="Symbol" panose="05050102010706020507" pitchFamily="18" charset="2"/>
              </a:rPr>
              <a:t></a:t>
            </a:r>
            <a:r>
              <a:rPr lang="en-US" altLang="en-US" dirty="0"/>
              <a:t>)</a:t>
            </a:r>
          </a:p>
          <a:p>
            <a:pPr marL="257175" indent="-257175" algn="just">
              <a:lnSpc>
                <a:spcPct val="110000"/>
              </a:lnSpc>
              <a:spcAft>
                <a:spcPct val="20000"/>
              </a:spcAft>
              <a:buFont typeface="Arial" panose="020B0604020202020204" pitchFamily="34" charset="0"/>
              <a:buChar char="•"/>
            </a:pPr>
            <a:r>
              <a:rPr lang="en-US" altLang="en-US" dirty="0"/>
              <a:t>When choosing a level of significance, there is an inherent tradeoff between these two types of errors</a:t>
            </a:r>
          </a:p>
          <a:p>
            <a:pPr marL="257175" indent="-257175" algn="just">
              <a:lnSpc>
                <a:spcPct val="110000"/>
              </a:lnSpc>
              <a:spcAft>
                <a:spcPct val="20000"/>
              </a:spcAft>
              <a:buFont typeface="Arial" panose="020B0604020202020204" pitchFamily="34" charset="0"/>
              <a:buChar char="•"/>
            </a:pPr>
            <a:r>
              <a:rPr lang="en-US" altLang="en-US" dirty="0"/>
              <a:t>A good test of hypothesis should reject a null hypothesis when it is false</a:t>
            </a:r>
          </a:p>
          <a:p>
            <a:pPr marL="257175" indent="-257175">
              <a:buFont typeface="Arial" panose="020B0604020202020204" pitchFamily="34" charset="0"/>
              <a:buChar char="•"/>
            </a:pPr>
            <a:endParaRPr lang="en-GB" dirty="0"/>
          </a:p>
        </p:txBody>
      </p:sp>
      <p:sp>
        <p:nvSpPr>
          <p:cNvPr id="3" name="Titel 2"/>
          <p:cNvSpPr>
            <a:spLocks noGrp="1"/>
          </p:cNvSpPr>
          <p:nvPr>
            <p:ph type="title"/>
          </p:nvPr>
        </p:nvSpPr>
        <p:spPr/>
        <p:txBody>
          <a:bodyPr/>
          <a:lstStyle/>
          <a:p>
            <a:r>
              <a:rPr lang="de-AT" dirty="0" err="1"/>
              <a:t>Step</a:t>
            </a:r>
            <a:r>
              <a:rPr lang="de-AT" dirty="0"/>
              <a:t> 3: </a:t>
            </a:r>
            <a:r>
              <a:rPr lang="de-AT" dirty="0" err="1"/>
              <a:t>Choose</a:t>
            </a:r>
            <a:r>
              <a:rPr lang="de-AT" dirty="0"/>
              <a:t> </a:t>
            </a:r>
            <a:r>
              <a:rPr lang="de-AT" dirty="0" err="1"/>
              <a:t>the</a:t>
            </a:r>
            <a:r>
              <a:rPr lang="de-AT" dirty="0"/>
              <a:t> Level </a:t>
            </a:r>
            <a:r>
              <a:rPr lang="de-AT" dirty="0" err="1"/>
              <a:t>of</a:t>
            </a:r>
            <a:r>
              <a:rPr lang="de-AT" dirty="0"/>
              <a:t> </a:t>
            </a:r>
            <a:r>
              <a:rPr lang="de-AT" dirty="0" err="1"/>
              <a:t>Signficance</a:t>
            </a:r>
            <a:endParaRPr lang="en-GB" dirty="0"/>
          </a:p>
        </p:txBody>
      </p:sp>
    </p:spTree>
    <p:extLst>
      <p:ext uri="{BB962C8B-B14F-4D97-AF65-F5344CB8AC3E}">
        <p14:creationId xmlns:p14="http://schemas.microsoft.com/office/powerpoint/2010/main" val="81464072"/>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normAutofit lnSpcReduction="10000"/>
          </a:bodyPr>
          <a:lstStyle/>
          <a:p>
            <a:pPr marL="257175" indent="-257175">
              <a:lnSpc>
                <a:spcPct val="80000"/>
              </a:lnSpc>
              <a:buClr>
                <a:schemeClr val="tx1"/>
              </a:buClr>
              <a:buFont typeface="Arial" panose="020B0604020202020204" pitchFamily="34" charset="0"/>
              <a:buChar char="•"/>
              <a:defRPr/>
            </a:pPr>
            <a:r>
              <a:rPr lang="en-US" altLang="en-US" b="1" dirty="0"/>
              <a:t>Type I error</a:t>
            </a:r>
          </a:p>
          <a:p>
            <a:pPr marL="257175" indent="-257175">
              <a:lnSpc>
                <a:spcPct val="80000"/>
              </a:lnSpc>
              <a:buClr>
                <a:schemeClr val="tx1"/>
              </a:buClr>
              <a:buFont typeface="Arial" panose="020B0604020202020204" pitchFamily="34" charset="0"/>
              <a:buChar char="•"/>
              <a:defRPr/>
            </a:pPr>
            <a:endParaRPr lang="en-US" altLang="en-US" b="1" dirty="0"/>
          </a:p>
          <a:p>
            <a:pPr lvl="1">
              <a:lnSpc>
                <a:spcPct val="80000"/>
              </a:lnSpc>
              <a:buClr>
                <a:schemeClr val="tx1"/>
              </a:buClr>
              <a:defRPr/>
            </a:pPr>
            <a:r>
              <a:rPr lang="en-US" altLang="en-US" sz="1350" b="1" dirty="0"/>
              <a:t>Type I</a:t>
            </a:r>
            <a:r>
              <a:rPr lang="en-US" altLang="en-US" sz="1350" dirty="0"/>
              <a:t> </a:t>
            </a:r>
            <a:r>
              <a:rPr lang="en-US" altLang="en-US" sz="1350" b="1" dirty="0"/>
              <a:t>error</a:t>
            </a:r>
            <a:r>
              <a:rPr lang="en-US" altLang="en-US" sz="1350" dirty="0"/>
              <a:t> occurs when the sample results lead to the rejection of the null hypothesis when it is in fact true.</a:t>
            </a:r>
          </a:p>
          <a:p>
            <a:pPr lvl="1">
              <a:lnSpc>
                <a:spcPct val="80000"/>
              </a:lnSpc>
              <a:buClr>
                <a:schemeClr val="tx1"/>
              </a:buClr>
              <a:defRPr/>
            </a:pPr>
            <a:endParaRPr lang="en-US" altLang="en-US" sz="1350" dirty="0"/>
          </a:p>
          <a:p>
            <a:pPr lvl="1">
              <a:lnSpc>
                <a:spcPct val="80000"/>
              </a:lnSpc>
              <a:buClr>
                <a:schemeClr val="tx1"/>
              </a:buClr>
              <a:defRPr/>
            </a:pPr>
            <a:r>
              <a:rPr lang="en-US" altLang="en-US" sz="1350" dirty="0"/>
              <a:t>The probability of type I error is also called the </a:t>
            </a:r>
            <a:r>
              <a:rPr lang="en-US" altLang="en-US" sz="1350" b="1" dirty="0"/>
              <a:t>level of significance or alpha</a:t>
            </a:r>
            <a:r>
              <a:rPr lang="en-US" altLang="en-US" sz="1350" dirty="0"/>
              <a:t>.</a:t>
            </a:r>
          </a:p>
          <a:p>
            <a:pPr>
              <a:lnSpc>
                <a:spcPct val="80000"/>
              </a:lnSpc>
              <a:buClr>
                <a:schemeClr val="tx1"/>
              </a:buClr>
              <a:defRPr/>
            </a:pPr>
            <a:endParaRPr lang="en-US" altLang="en-US" b="1" dirty="0"/>
          </a:p>
          <a:p>
            <a:pPr marL="257175" indent="-257175">
              <a:lnSpc>
                <a:spcPct val="80000"/>
              </a:lnSpc>
              <a:buClr>
                <a:schemeClr val="tx1"/>
              </a:buClr>
              <a:buFont typeface="Arial" panose="020B0604020202020204" pitchFamily="34" charset="0"/>
              <a:buChar char="•"/>
              <a:defRPr/>
            </a:pPr>
            <a:r>
              <a:rPr lang="en-US" altLang="en-US" b="1" dirty="0"/>
              <a:t>Type II error</a:t>
            </a:r>
          </a:p>
          <a:p>
            <a:pPr marL="257175" indent="-257175">
              <a:lnSpc>
                <a:spcPct val="80000"/>
              </a:lnSpc>
              <a:buClr>
                <a:schemeClr val="tx1"/>
              </a:buClr>
              <a:buFont typeface="Arial" panose="020B0604020202020204" pitchFamily="34" charset="0"/>
              <a:buChar char="•"/>
              <a:defRPr/>
            </a:pPr>
            <a:endParaRPr lang="en-US" altLang="en-US" b="1" dirty="0"/>
          </a:p>
          <a:p>
            <a:pPr lvl="1">
              <a:lnSpc>
                <a:spcPct val="80000"/>
              </a:lnSpc>
              <a:buClr>
                <a:schemeClr val="tx1"/>
              </a:buClr>
              <a:defRPr/>
            </a:pPr>
            <a:r>
              <a:rPr lang="en-US" altLang="en-US" sz="1350" b="1" dirty="0"/>
              <a:t>Type II error </a:t>
            </a:r>
            <a:r>
              <a:rPr lang="en-US" altLang="en-US" sz="1350" dirty="0"/>
              <a:t>occurs when, based on the sample results, the null hypothesis is not rejected when it is in fact false.</a:t>
            </a:r>
          </a:p>
          <a:p>
            <a:pPr lvl="1">
              <a:lnSpc>
                <a:spcPct val="80000"/>
              </a:lnSpc>
              <a:buClr>
                <a:schemeClr val="tx1"/>
              </a:buClr>
              <a:defRPr/>
            </a:pPr>
            <a:endParaRPr lang="en-US" altLang="en-US" sz="1350" dirty="0"/>
          </a:p>
          <a:p>
            <a:pPr lvl="1">
              <a:lnSpc>
                <a:spcPct val="80000"/>
              </a:lnSpc>
              <a:buClr>
                <a:schemeClr val="tx1"/>
              </a:buClr>
              <a:defRPr/>
            </a:pPr>
            <a:r>
              <a:rPr lang="en-US" altLang="en-US" sz="1350" dirty="0"/>
              <a:t>The probability of type II error is denoted by beta.</a:t>
            </a:r>
          </a:p>
          <a:p>
            <a:pPr lvl="1">
              <a:lnSpc>
                <a:spcPct val="80000"/>
              </a:lnSpc>
              <a:buClr>
                <a:schemeClr val="tx1"/>
              </a:buClr>
              <a:defRPr/>
            </a:pPr>
            <a:endParaRPr lang="en-US" altLang="en-US" sz="1350" dirty="0"/>
          </a:p>
          <a:p>
            <a:pPr lvl="1">
              <a:lnSpc>
                <a:spcPct val="80000"/>
              </a:lnSpc>
              <a:buClr>
                <a:schemeClr val="tx1"/>
              </a:buClr>
              <a:defRPr/>
            </a:pPr>
            <a:r>
              <a:rPr lang="en-US" altLang="en-US" sz="1350" dirty="0"/>
              <a:t>Unlike  alpha , which is specified by the researcher, the magnitude of    depends on the actual value of the population parameter (proportion). </a:t>
            </a:r>
          </a:p>
        </p:txBody>
      </p:sp>
      <p:sp>
        <p:nvSpPr>
          <p:cNvPr id="3" name="Titel 2"/>
          <p:cNvSpPr>
            <a:spLocks noGrp="1"/>
          </p:cNvSpPr>
          <p:nvPr>
            <p:ph type="title"/>
          </p:nvPr>
        </p:nvSpPr>
        <p:spPr/>
        <p:txBody>
          <a:bodyPr/>
          <a:lstStyle/>
          <a:p>
            <a:r>
              <a:rPr lang="de-AT" dirty="0" err="1"/>
              <a:t>Step</a:t>
            </a:r>
            <a:r>
              <a:rPr lang="de-AT" dirty="0"/>
              <a:t> 3: </a:t>
            </a:r>
            <a:r>
              <a:rPr lang="de-AT" dirty="0" err="1"/>
              <a:t>Choose</a:t>
            </a:r>
            <a:r>
              <a:rPr lang="de-AT" dirty="0"/>
              <a:t> </a:t>
            </a:r>
            <a:r>
              <a:rPr lang="de-AT" dirty="0" err="1"/>
              <a:t>the</a:t>
            </a:r>
            <a:r>
              <a:rPr lang="de-AT" dirty="0"/>
              <a:t> Level </a:t>
            </a:r>
            <a:r>
              <a:rPr lang="de-AT" dirty="0" err="1"/>
              <a:t>of</a:t>
            </a:r>
            <a:r>
              <a:rPr lang="de-AT" dirty="0"/>
              <a:t> </a:t>
            </a:r>
            <a:r>
              <a:rPr lang="de-AT" dirty="0" err="1"/>
              <a:t>Significance</a:t>
            </a:r>
            <a:endParaRPr lang="en-GB" dirty="0"/>
          </a:p>
        </p:txBody>
      </p:sp>
    </p:spTree>
    <p:extLst>
      <p:ext uri="{BB962C8B-B14F-4D97-AF65-F5344CB8AC3E}">
        <p14:creationId xmlns:p14="http://schemas.microsoft.com/office/powerpoint/2010/main" val="2686935045"/>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Inhaltsplatzhalter 4"/>
          <p:cNvSpPr>
            <a:spLocks noGrp="1"/>
          </p:cNvSpPr>
          <p:nvPr>
            <p:ph idx="1"/>
          </p:nvPr>
        </p:nvSpPr>
        <p:spPr/>
        <p:txBody>
          <a:bodyPr/>
          <a:lstStyle/>
          <a:p>
            <a:r>
              <a:rPr lang="de-AT" dirty="0" err="1"/>
              <a:t>Convention</a:t>
            </a:r>
            <a:r>
              <a:rPr lang="de-AT" dirty="0"/>
              <a:t> in </a:t>
            </a:r>
            <a:r>
              <a:rPr lang="de-AT" b="1" dirty="0"/>
              <a:t>Marketing</a:t>
            </a:r>
            <a:r>
              <a:rPr lang="de-AT" dirty="0"/>
              <a:t>: </a:t>
            </a:r>
            <a:r>
              <a:rPr lang="de-AT" dirty="0" err="1"/>
              <a:t>alpha</a:t>
            </a:r>
            <a:r>
              <a:rPr lang="de-AT" dirty="0"/>
              <a:t> = 0.05 </a:t>
            </a:r>
            <a:r>
              <a:rPr lang="de-AT" dirty="0" err="1"/>
              <a:t>or</a:t>
            </a:r>
            <a:r>
              <a:rPr lang="de-AT" dirty="0"/>
              <a:t> 0.01</a:t>
            </a:r>
            <a:endParaRPr lang="en-GB" dirty="0"/>
          </a:p>
        </p:txBody>
      </p:sp>
      <p:sp>
        <p:nvSpPr>
          <p:cNvPr id="3" name="Titel 2"/>
          <p:cNvSpPr>
            <a:spLocks noGrp="1"/>
          </p:cNvSpPr>
          <p:nvPr>
            <p:ph type="title"/>
          </p:nvPr>
        </p:nvSpPr>
        <p:spPr/>
        <p:txBody>
          <a:bodyPr/>
          <a:lstStyle/>
          <a:p>
            <a:r>
              <a:rPr lang="de-AT" dirty="0" err="1"/>
              <a:t>Step</a:t>
            </a:r>
            <a:r>
              <a:rPr lang="de-AT" dirty="0"/>
              <a:t> 3: </a:t>
            </a:r>
            <a:r>
              <a:rPr lang="de-AT" dirty="0" err="1"/>
              <a:t>Choose</a:t>
            </a:r>
            <a:r>
              <a:rPr lang="de-AT" dirty="0"/>
              <a:t> </a:t>
            </a:r>
            <a:r>
              <a:rPr lang="de-AT" dirty="0" err="1"/>
              <a:t>the</a:t>
            </a:r>
            <a:r>
              <a:rPr lang="de-AT" dirty="0"/>
              <a:t> Level </a:t>
            </a:r>
            <a:r>
              <a:rPr lang="de-AT" dirty="0" err="1"/>
              <a:t>of</a:t>
            </a:r>
            <a:r>
              <a:rPr lang="de-AT" dirty="0"/>
              <a:t> </a:t>
            </a:r>
            <a:r>
              <a:rPr lang="de-AT" dirty="0" err="1"/>
              <a:t>Significance</a:t>
            </a:r>
            <a:endParaRPr lang="en-GB" dirty="0"/>
          </a:p>
        </p:txBody>
      </p:sp>
      <p:pic>
        <p:nvPicPr>
          <p:cNvPr id="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4683" y="2026100"/>
            <a:ext cx="5054633" cy="2206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78332374"/>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normAutofit/>
          </a:bodyPr>
          <a:lstStyle/>
          <a:p>
            <a:pPr marL="257175" indent="-257175">
              <a:buFont typeface="Arial" panose="020B0604020202020204" pitchFamily="34" charset="0"/>
              <a:buChar char="•"/>
            </a:pPr>
            <a:r>
              <a:rPr lang="en-GB" dirty="0"/>
              <a:t>The level of statistical significance is often expressed as a </a:t>
            </a:r>
            <a:r>
              <a:rPr lang="en-GB" i="1" dirty="0"/>
              <a:t>p</a:t>
            </a:r>
            <a:r>
              <a:rPr lang="en-GB" dirty="0"/>
              <a:t>-value between 0 and 1. The smaller the p-value, the stronger the evidence that you should reject the null hypothesis.</a:t>
            </a:r>
          </a:p>
          <a:p>
            <a:pPr marL="257175" indent="-257175">
              <a:buFont typeface="Arial" panose="020B0604020202020204" pitchFamily="34" charset="0"/>
              <a:buChar char="•"/>
            </a:pPr>
            <a:endParaRPr lang="en-GB" dirty="0"/>
          </a:p>
          <a:p>
            <a:pPr marL="257175" indent="-257175">
              <a:buFont typeface="Arial" panose="020B0604020202020204" pitchFamily="34" charset="0"/>
              <a:buChar char="•"/>
            </a:pPr>
            <a:r>
              <a:rPr lang="en-GB" dirty="0">
                <a:solidFill>
                  <a:srgbClr val="FF0000"/>
                </a:solidFill>
              </a:rPr>
              <a:t>A </a:t>
            </a:r>
            <a:r>
              <a:rPr lang="en-GB" i="1" dirty="0">
                <a:solidFill>
                  <a:srgbClr val="FF0000"/>
                </a:solidFill>
              </a:rPr>
              <a:t>p</a:t>
            </a:r>
            <a:r>
              <a:rPr lang="en-GB" dirty="0">
                <a:solidFill>
                  <a:srgbClr val="FF0000"/>
                </a:solidFill>
              </a:rPr>
              <a:t>-value less than 0.05 (typically ≤ 0.05) is statistically significant. </a:t>
            </a:r>
            <a:r>
              <a:rPr lang="en-GB" dirty="0"/>
              <a:t>It indicates strong evidence against the null hypothesis, as there is less than a 5% probability the null is correct (and the results are random). </a:t>
            </a:r>
            <a:r>
              <a:rPr lang="en-GB" dirty="0">
                <a:solidFill>
                  <a:srgbClr val="FF0000"/>
                </a:solidFill>
              </a:rPr>
              <a:t>Therefore, we reject the null hypothesis, and accept the alternative hypothesis.</a:t>
            </a:r>
          </a:p>
          <a:p>
            <a:pPr marL="257175" indent="-257175">
              <a:buFont typeface="Arial" panose="020B0604020202020204" pitchFamily="34" charset="0"/>
              <a:buChar char="•"/>
            </a:pPr>
            <a:endParaRPr lang="en-GB" dirty="0"/>
          </a:p>
          <a:p>
            <a:pPr marL="257175" indent="-257175">
              <a:buFont typeface="Arial" panose="020B0604020202020204" pitchFamily="34" charset="0"/>
              <a:buChar char="•"/>
            </a:pPr>
            <a:r>
              <a:rPr lang="en-GB" dirty="0">
                <a:solidFill>
                  <a:srgbClr val="FF0000"/>
                </a:solidFill>
              </a:rPr>
              <a:t>A </a:t>
            </a:r>
            <a:r>
              <a:rPr lang="en-GB" i="1" dirty="0">
                <a:solidFill>
                  <a:srgbClr val="FF0000"/>
                </a:solidFill>
              </a:rPr>
              <a:t>p</a:t>
            </a:r>
            <a:r>
              <a:rPr lang="en-GB" dirty="0">
                <a:solidFill>
                  <a:srgbClr val="FF0000"/>
                </a:solidFill>
              </a:rPr>
              <a:t>-value higher than 0.05 (&gt; 0.05) is not statistically significant</a:t>
            </a:r>
            <a:r>
              <a:rPr lang="en-GB" dirty="0"/>
              <a:t> and indicates weak evidence against the null hypothesis. </a:t>
            </a:r>
            <a:r>
              <a:rPr lang="en-GB" dirty="0">
                <a:solidFill>
                  <a:srgbClr val="FF0000"/>
                </a:solidFill>
              </a:rPr>
              <a:t>This means we fail to reject the null hypothesis and cannot accept the alternative hypothesis. </a:t>
            </a:r>
          </a:p>
          <a:p>
            <a:pPr marL="257175" indent="-257175">
              <a:buFont typeface="Arial" panose="020B0604020202020204" pitchFamily="34" charset="0"/>
              <a:buChar char="•"/>
            </a:pPr>
            <a:endParaRPr lang="de-AT" dirty="0"/>
          </a:p>
          <a:p>
            <a:pPr marL="257175" indent="-257175">
              <a:buFont typeface="Arial" panose="020B0604020202020204" pitchFamily="34" charset="0"/>
              <a:buChar char="•"/>
            </a:pPr>
            <a:endParaRPr lang="de-AT" dirty="0"/>
          </a:p>
        </p:txBody>
      </p:sp>
      <p:sp>
        <p:nvSpPr>
          <p:cNvPr id="3" name="Titel 2"/>
          <p:cNvSpPr>
            <a:spLocks noGrp="1"/>
          </p:cNvSpPr>
          <p:nvPr>
            <p:ph type="title"/>
          </p:nvPr>
        </p:nvSpPr>
        <p:spPr/>
        <p:txBody>
          <a:bodyPr/>
          <a:lstStyle/>
          <a:p>
            <a:r>
              <a:rPr lang="de-AT" dirty="0" err="1"/>
              <a:t>Step</a:t>
            </a:r>
            <a:r>
              <a:rPr lang="de-AT" dirty="0"/>
              <a:t> 4, 5 </a:t>
            </a:r>
            <a:r>
              <a:rPr lang="de-AT" dirty="0" err="1"/>
              <a:t>and</a:t>
            </a:r>
            <a:r>
              <a:rPr lang="de-AT" dirty="0"/>
              <a:t> 6: </a:t>
            </a:r>
            <a:r>
              <a:rPr lang="de-AT" dirty="0" err="1"/>
              <a:t>Calculate</a:t>
            </a:r>
            <a:r>
              <a:rPr lang="de-AT" dirty="0"/>
              <a:t> Test </a:t>
            </a:r>
            <a:r>
              <a:rPr lang="de-AT" dirty="0" err="1"/>
              <a:t>Statistic</a:t>
            </a:r>
            <a:r>
              <a:rPr lang="de-AT" dirty="0"/>
              <a:t> </a:t>
            </a:r>
            <a:r>
              <a:rPr lang="de-AT" dirty="0" err="1"/>
              <a:t>and</a:t>
            </a:r>
            <a:r>
              <a:rPr lang="de-AT" dirty="0"/>
              <a:t> </a:t>
            </a:r>
            <a:r>
              <a:rPr lang="de-AT" dirty="0" err="1"/>
              <a:t>Probability</a:t>
            </a:r>
            <a:r>
              <a:rPr lang="de-AT" dirty="0"/>
              <a:t> </a:t>
            </a:r>
            <a:r>
              <a:rPr lang="de-AT" dirty="0" err="1"/>
              <a:t>of</a:t>
            </a:r>
            <a:r>
              <a:rPr lang="de-AT" dirty="0"/>
              <a:t> Test </a:t>
            </a:r>
            <a:r>
              <a:rPr lang="de-AT" dirty="0" err="1"/>
              <a:t>Statistic</a:t>
            </a:r>
            <a:endParaRPr lang="en-GB" dirty="0"/>
          </a:p>
        </p:txBody>
      </p:sp>
    </p:spTree>
    <p:extLst>
      <p:ext uri="{BB962C8B-B14F-4D97-AF65-F5344CB8AC3E}">
        <p14:creationId xmlns:p14="http://schemas.microsoft.com/office/powerpoint/2010/main" val="2463274892"/>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de-AT" dirty="0" err="1"/>
              <a:t>Step</a:t>
            </a:r>
            <a:r>
              <a:rPr lang="de-AT" dirty="0"/>
              <a:t> 4, 5 </a:t>
            </a:r>
            <a:r>
              <a:rPr lang="de-AT" dirty="0" err="1"/>
              <a:t>and</a:t>
            </a:r>
            <a:r>
              <a:rPr lang="de-AT" dirty="0"/>
              <a:t> 6: </a:t>
            </a:r>
            <a:r>
              <a:rPr lang="de-AT" dirty="0" err="1"/>
              <a:t>Calculate</a:t>
            </a:r>
            <a:r>
              <a:rPr lang="de-AT" dirty="0"/>
              <a:t> Test </a:t>
            </a:r>
            <a:r>
              <a:rPr lang="de-AT" dirty="0" err="1"/>
              <a:t>Statistic</a:t>
            </a:r>
            <a:r>
              <a:rPr lang="de-AT" dirty="0"/>
              <a:t> </a:t>
            </a:r>
            <a:r>
              <a:rPr lang="de-AT" dirty="0" err="1"/>
              <a:t>and</a:t>
            </a:r>
            <a:r>
              <a:rPr lang="de-AT" dirty="0"/>
              <a:t> </a:t>
            </a:r>
            <a:r>
              <a:rPr lang="de-AT" dirty="0" err="1"/>
              <a:t>Probability</a:t>
            </a:r>
            <a:r>
              <a:rPr lang="de-AT" dirty="0"/>
              <a:t> </a:t>
            </a:r>
            <a:r>
              <a:rPr lang="de-AT" dirty="0" err="1"/>
              <a:t>of</a:t>
            </a:r>
            <a:r>
              <a:rPr lang="de-AT" dirty="0"/>
              <a:t> Test </a:t>
            </a:r>
            <a:r>
              <a:rPr lang="de-AT" dirty="0" err="1"/>
              <a:t>Statistic</a:t>
            </a:r>
            <a:endParaRPr lang="en-GB" dirty="0"/>
          </a:p>
        </p:txBody>
      </p:sp>
      <p:pic>
        <p:nvPicPr>
          <p:cNvPr id="4" name="Grafik 3"/>
          <p:cNvPicPr>
            <a:picLocks noChangeAspect="1"/>
          </p:cNvPicPr>
          <p:nvPr/>
        </p:nvPicPr>
        <p:blipFill>
          <a:blip r:embed="rId2"/>
          <a:stretch>
            <a:fillRect/>
          </a:stretch>
        </p:blipFill>
        <p:spPr>
          <a:xfrm>
            <a:off x="2622414" y="1356918"/>
            <a:ext cx="3899172" cy="1065011"/>
          </a:xfrm>
          <a:prstGeom prst="rect">
            <a:avLst/>
          </a:prstGeom>
        </p:spPr>
      </p:pic>
      <p:pic>
        <p:nvPicPr>
          <p:cNvPr id="5" name="Grafik 4"/>
          <p:cNvPicPr>
            <a:picLocks noChangeAspect="1"/>
          </p:cNvPicPr>
          <p:nvPr/>
        </p:nvPicPr>
        <p:blipFill>
          <a:blip r:embed="rId3"/>
          <a:stretch>
            <a:fillRect/>
          </a:stretch>
        </p:blipFill>
        <p:spPr>
          <a:xfrm>
            <a:off x="1853887" y="2810698"/>
            <a:ext cx="5652250" cy="1149236"/>
          </a:xfrm>
          <a:prstGeom prst="rect">
            <a:avLst/>
          </a:prstGeom>
          <a:ln>
            <a:solidFill>
              <a:srgbClr val="FF0000"/>
            </a:solidFill>
          </a:ln>
        </p:spPr>
      </p:pic>
      <p:sp>
        <p:nvSpPr>
          <p:cNvPr id="6" name="Rechteck 5"/>
          <p:cNvSpPr/>
          <p:nvPr/>
        </p:nvSpPr>
        <p:spPr>
          <a:xfrm>
            <a:off x="4824217" y="3331621"/>
            <a:ext cx="522182" cy="378042"/>
          </a:xfrm>
          <a:prstGeom prst="rect">
            <a:avLst/>
          </a:prstGeom>
          <a:noFill/>
          <a:ln w="190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350"/>
          </a:p>
        </p:txBody>
      </p:sp>
      <p:sp>
        <p:nvSpPr>
          <p:cNvPr id="7" name="Textfeld 6"/>
          <p:cNvSpPr txBox="1"/>
          <p:nvPr/>
        </p:nvSpPr>
        <p:spPr>
          <a:xfrm>
            <a:off x="3686830" y="4377683"/>
            <a:ext cx="2007281" cy="253916"/>
          </a:xfrm>
          <a:prstGeom prst="rect">
            <a:avLst/>
          </a:prstGeom>
          <a:noFill/>
        </p:spPr>
        <p:txBody>
          <a:bodyPr wrap="none" rtlCol="0">
            <a:spAutoFit/>
          </a:bodyPr>
          <a:lstStyle/>
          <a:p>
            <a:r>
              <a:rPr lang="de-AT" sz="1050" dirty="0">
                <a:solidFill>
                  <a:srgbClr val="FF0000"/>
                </a:solidFill>
                <a:latin typeface="Georgia"/>
                <a:cs typeface="Georgia"/>
              </a:rPr>
              <a:t>p (0.069) &gt; .05 </a:t>
            </a:r>
            <a:r>
              <a:rPr lang="de-AT" sz="1050" dirty="0">
                <a:solidFill>
                  <a:srgbClr val="FF0000"/>
                </a:solidFill>
                <a:latin typeface="Georgia"/>
                <a:cs typeface="Georgia"/>
                <a:sym typeface="Wingdings" panose="05000000000000000000" pitchFamily="2" charset="2"/>
              </a:rPr>
              <a:t> H</a:t>
            </a:r>
            <a:r>
              <a:rPr lang="de-AT" sz="1050" baseline="-25000" dirty="0">
                <a:solidFill>
                  <a:srgbClr val="FF0000"/>
                </a:solidFill>
                <a:latin typeface="Georgia"/>
                <a:cs typeface="Georgia"/>
                <a:sym typeface="Wingdings" panose="05000000000000000000" pitchFamily="2" charset="2"/>
              </a:rPr>
              <a:t>0</a:t>
            </a:r>
            <a:r>
              <a:rPr lang="de-AT" sz="1050" dirty="0">
                <a:solidFill>
                  <a:srgbClr val="FF0000"/>
                </a:solidFill>
                <a:latin typeface="Georgia"/>
                <a:cs typeface="Georgia"/>
                <a:sym typeface="Wingdings" panose="05000000000000000000" pitchFamily="2" charset="2"/>
              </a:rPr>
              <a:t> </a:t>
            </a:r>
            <a:r>
              <a:rPr lang="de-AT" sz="1050" dirty="0" err="1">
                <a:solidFill>
                  <a:srgbClr val="FF0000"/>
                </a:solidFill>
                <a:latin typeface="Georgia"/>
                <a:cs typeface="Georgia"/>
                <a:sym typeface="Wingdings" panose="05000000000000000000" pitchFamily="2" charset="2"/>
              </a:rPr>
              <a:t>accepted</a:t>
            </a:r>
            <a:endParaRPr lang="en-GB" sz="1050" dirty="0" err="1">
              <a:solidFill>
                <a:srgbClr val="FF0000"/>
              </a:solidFill>
              <a:latin typeface="Georgia"/>
              <a:cs typeface="Georgia"/>
            </a:endParaRPr>
          </a:p>
        </p:txBody>
      </p:sp>
    </p:spTree>
    <p:extLst>
      <p:ext uri="{BB962C8B-B14F-4D97-AF65-F5344CB8AC3E}">
        <p14:creationId xmlns:p14="http://schemas.microsoft.com/office/powerpoint/2010/main" val="1401357089"/>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normAutofit/>
          </a:bodyPr>
          <a:lstStyle/>
          <a:p>
            <a:r>
              <a:rPr lang="de-AT" dirty="0"/>
              <a:t>Take-</a:t>
            </a:r>
            <a:r>
              <a:rPr lang="de-AT" dirty="0" err="1"/>
              <a:t>Aways</a:t>
            </a:r>
            <a:endParaRPr lang="de-DE" dirty="0">
              <a:latin typeface="+mn-lt"/>
              <a:cs typeface="Arial" panose="020B0604020202020204" pitchFamily="34" charset="0"/>
            </a:endParaRPr>
          </a:p>
        </p:txBody>
      </p:sp>
    </p:spTree>
    <p:extLst>
      <p:ext uri="{BB962C8B-B14F-4D97-AF65-F5344CB8AC3E}">
        <p14:creationId xmlns:p14="http://schemas.microsoft.com/office/powerpoint/2010/main" val="1059698114"/>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C6718BEE-7FD4-4512-9E18-DE0F8B0E2B7F}"/>
              </a:ext>
            </a:extLst>
          </p:cNvPr>
          <p:cNvSpPr>
            <a:spLocks noGrp="1"/>
          </p:cNvSpPr>
          <p:nvPr>
            <p:ph idx="1"/>
          </p:nvPr>
        </p:nvSpPr>
        <p:spPr/>
        <p:txBody>
          <a:bodyPr>
            <a:normAutofit lnSpcReduction="10000"/>
          </a:bodyPr>
          <a:lstStyle/>
          <a:p>
            <a:pPr marL="214313" indent="-214313">
              <a:buFont typeface="Arial" panose="020B0604020202020204" pitchFamily="34" charset="0"/>
              <a:buChar char="•"/>
            </a:pPr>
            <a:r>
              <a:rPr lang="en-US" dirty="0"/>
              <a:t>Descriptive statistics are efficient ways of summarizing the basic characteristics of large sets of data. In a statistical analysis, the analyst calculates one or a few numbers that reveal something about the characteristics of large sets of data.</a:t>
            </a:r>
          </a:p>
          <a:p>
            <a:pPr marL="214313" indent="-214313">
              <a:buFont typeface="Arial" panose="020B0604020202020204" pitchFamily="34" charset="0"/>
              <a:buChar char="•"/>
            </a:pPr>
            <a:endParaRPr lang="en-US" dirty="0"/>
          </a:p>
          <a:p>
            <a:pPr marL="214313" indent="-214313">
              <a:buFont typeface="Arial" panose="020B0604020202020204" pitchFamily="34" charset="0"/>
              <a:buChar char="•"/>
            </a:pPr>
            <a:r>
              <a:rPr lang="en-US" dirty="0"/>
              <a:t>Inductive statistics takes data from a sample and makes inferences about the larger population from which the sample was drawn. In an inductive analysis, the analyst need to have confidence that the sample accurately reflects the population. </a:t>
            </a:r>
          </a:p>
          <a:p>
            <a:pPr marL="214313" indent="-214313">
              <a:buFont typeface="Arial" panose="020B0604020202020204" pitchFamily="34" charset="0"/>
              <a:buChar char="•"/>
            </a:pPr>
            <a:endParaRPr lang="en-US" dirty="0"/>
          </a:p>
          <a:p>
            <a:pPr marL="214313" indent="-214313">
              <a:buFont typeface="Arial" panose="020B0604020202020204" pitchFamily="34" charset="0"/>
              <a:buChar char="•"/>
            </a:pPr>
            <a:r>
              <a:rPr lang="en-US" dirty="0"/>
              <a:t>Several main steps are involved in testing a hypothesis: 1) specify the hypothesis; 2) select an appropriate statistical technique to test the hypothesis; 3) specify a decision rule to determine whether to reject or fail to reject the null hypothesis; 4) calculate the value of the test statistic and perform the test; 5) the conclusion is stated from the perspective of the original research problem or question</a:t>
            </a:r>
            <a:endParaRPr lang="en-US" dirty="0">
              <a:latin typeface="Georgia" panose="02040502050405020303" pitchFamily="18" charset="0"/>
            </a:endParaRPr>
          </a:p>
          <a:p>
            <a:pPr marL="214313" indent="-214313">
              <a:buFont typeface="Arial" panose="020B0604020202020204" pitchFamily="34" charset="0"/>
              <a:buChar char="•"/>
            </a:pPr>
            <a:endParaRPr lang="en-US" dirty="0">
              <a:latin typeface="Georgia" panose="02040502050405020303" pitchFamily="18" charset="0"/>
            </a:endParaRPr>
          </a:p>
          <a:p>
            <a:pPr marL="214313" indent="-214313">
              <a:buFont typeface="Arial" panose="020B0604020202020204" pitchFamily="34" charset="0"/>
              <a:buChar char="•"/>
            </a:pPr>
            <a:endParaRPr lang="en-US" dirty="0">
              <a:latin typeface="Georgia" panose="02040502050405020303" pitchFamily="18" charset="0"/>
            </a:endParaRPr>
          </a:p>
          <a:p>
            <a:pPr marL="214313" indent="-214313">
              <a:buFont typeface="Arial" panose="020B0604020202020204" pitchFamily="34" charset="0"/>
              <a:buChar char="•"/>
            </a:pPr>
            <a:endParaRPr lang="en-US" dirty="0"/>
          </a:p>
        </p:txBody>
      </p:sp>
      <p:sp>
        <p:nvSpPr>
          <p:cNvPr id="4" name="Titel 3">
            <a:extLst>
              <a:ext uri="{FF2B5EF4-FFF2-40B4-BE49-F238E27FC236}">
                <a16:creationId xmlns:a16="http://schemas.microsoft.com/office/drawing/2014/main" id="{2C968305-7775-4D8E-880B-93CD52F98BEF}"/>
              </a:ext>
            </a:extLst>
          </p:cNvPr>
          <p:cNvSpPr>
            <a:spLocks noGrp="1"/>
          </p:cNvSpPr>
          <p:nvPr>
            <p:ph type="title"/>
          </p:nvPr>
        </p:nvSpPr>
        <p:spPr/>
        <p:txBody>
          <a:bodyPr/>
          <a:lstStyle/>
          <a:p>
            <a:r>
              <a:rPr lang="de-AT" dirty="0"/>
              <a:t>Take-Aways</a:t>
            </a:r>
            <a:endParaRPr lang="en-US" dirty="0"/>
          </a:p>
        </p:txBody>
      </p:sp>
    </p:spTree>
    <p:extLst>
      <p:ext uri="{BB962C8B-B14F-4D97-AF65-F5344CB8AC3E}">
        <p14:creationId xmlns:p14="http://schemas.microsoft.com/office/powerpoint/2010/main" val="3523864306"/>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GB" dirty="0"/>
              <a:t>Thank you! </a:t>
            </a:r>
          </a:p>
        </p:txBody>
      </p:sp>
      <p:sp>
        <p:nvSpPr>
          <p:cNvPr id="6" name="Text Placeholder 5"/>
          <p:cNvSpPr>
            <a:spLocks noGrp="1"/>
          </p:cNvSpPr>
          <p:nvPr>
            <p:ph type="body" sz="quarter" idx="11"/>
          </p:nvPr>
        </p:nvSpPr>
        <p:spPr/>
        <p:txBody>
          <a:bodyPr/>
          <a:lstStyle/>
          <a:p>
            <a:r>
              <a:rPr lang="en-GB" dirty="0"/>
              <a:t>Any questions?</a:t>
            </a:r>
          </a:p>
        </p:txBody>
      </p:sp>
    </p:spTree>
    <p:extLst>
      <p:ext uri="{BB962C8B-B14F-4D97-AF65-F5344CB8AC3E}">
        <p14:creationId xmlns:p14="http://schemas.microsoft.com/office/powerpoint/2010/main" val="4126431604"/>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SELECTEDLANGUAGE" val="German Austria"/>
</p:tagLst>
</file>

<file path=ppt/theme/theme1.xml><?xml version="1.0" encoding="utf-8"?>
<a:theme xmlns:a="http://schemas.openxmlformats.org/drawingml/2006/main" name="WU 16:9">
  <a:themeElements>
    <a:clrScheme name="WU">
      <a:dk1>
        <a:srgbClr val="000000"/>
      </a:dk1>
      <a:lt1>
        <a:srgbClr val="FFFFFF"/>
      </a:lt1>
      <a:dk2>
        <a:srgbClr val="002350"/>
      </a:dk2>
      <a:lt2>
        <a:srgbClr val="E5F5FA"/>
      </a:lt2>
      <a:accent1>
        <a:srgbClr val="0096D3"/>
      </a:accent1>
      <a:accent2>
        <a:srgbClr val="002350"/>
      </a:accent2>
      <a:accent3>
        <a:srgbClr val="4B2582"/>
      </a:accent3>
      <a:accent4>
        <a:srgbClr val="457AA0"/>
      </a:accent4>
      <a:accent5>
        <a:srgbClr val="A592C0"/>
      </a:accent5>
      <a:accent6>
        <a:srgbClr val="80CFE9"/>
      </a:accent6>
      <a:hlink>
        <a:srgbClr val="405A7C"/>
      </a:hlink>
      <a:folHlink>
        <a:srgbClr val="0082AA"/>
      </a:folHlink>
    </a:clrScheme>
    <a:fontScheme name="Georgia">
      <a:maj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WU Farbschema neu">
        <a:dk1>
          <a:srgbClr val="000000"/>
        </a:dk1>
        <a:lt1>
          <a:sysClr val="window" lastClr="FFFFFF"/>
        </a:lt1>
        <a:dk2>
          <a:srgbClr val="002E60"/>
        </a:dk2>
        <a:lt2>
          <a:srgbClr val="E5F5FA"/>
        </a:lt2>
        <a:accent1>
          <a:srgbClr val="0096D3"/>
        </a:accent1>
        <a:accent2>
          <a:srgbClr val="002E60"/>
        </a:accent2>
        <a:accent3>
          <a:srgbClr val="532481"/>
        </a:accent3>
        <a:accent4>
          <a:srgbClr val="457AA0"/>
        </a:accent4>
        <a:accent5>
          <a:srgbClr val="A991C0"/>
        </a:accent5>
        <a:accent6>
          <a:srgbClr val="7FCAE9"/>
        </a:accent6>
        <a:hlink>
          <a:srgbClr val="406288"/>
        </a:hlink>
        <a:folHlink>
          <a:srgbClr val="008FA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How to Critique Journal Articles in the Social Sciences" id="{8B389F4A-74DE-4100-B5F2-B2B2973BB7CE}" vid="{16893B56-EA3B-43D0-B4FB-2D985240329B}"/>
    </a:ext>
  </a:extLst>
</a:theme>
</file>

<file path=ppt/theme/theme2.xml><?xml version="1.0" encoding="utf-8"?>
<a:theme xmlns:a="http://schemas.openxmlformats.org/drawingml/2006/main" name="Benutzerdefiniertes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Benutzerdefiniert 2">
      <a:majorFont>
        <a:latin typeface="Georgia"/>
        <a:ea typeface=""/>
        <a:cs typeface=""/>
      </a:majorFont>
      <a:minorFont>
        <a:latin typeface="Georg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UniOfSurrey-PowerPointMasterStandardWidth">
  <a:themeElements>
    <a:clrScheme name="Custom 1">
      <a:dk1>
        <a:srgbClr val="203D75"/>
      </a:dk1>
      <a:lt1>
        <a:srgbClr val="FFFFFF"/>
      </a:lt1>
      <a:dk2>
        <a:srgbClr val="1F497D"/>
      </a:dk2>
      <a:lt2>
        <a:srgbClr val="A59E94"/>
      </a:lt2>
      <a:accent1>
        <a:srgbClr val="006AA0"/>
      </a:accent1>
      <a:accent2>
        <a:srgbClr val="BD0F30"/>
      </a:accent2>
      <a:accent3>
        <a:srgbClr val="9DAC24"/>
      </a:accent3>
      <a:accent4>
        <a:srgbClr val="672669"/>
      </a:accent4>
      <a:accent5>
        <a:srgbClr val="328C9E"/>
      </a:accent5>
      <a:accent6>
        <a:srgbClr val="EC7520"/>
      </a:accent6>
      <a:hlink>
        <a:srgbClr val="006AA0"/>
      </a:hlink>
      <a:folHlink>
        <a:srgbClr val="67266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sz="1400" dirty="0" err="1" smtClean="0">
            <a:solidFill>
              <a:srgbClr val="556169"/>
            </a:solidFill>
            <a:latin typeface="Georgia"/>
            <a:cs typeface="Georgia"/>
          </a:defRPr>
        </a:defPPr>
      </a:lstStyle>
    </a:txDef>
  </a:objectDefaults>
  <a:extraClrSchemeLst/>
</a:theme>
</file>

<file path=ppt/theme/theme4.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BCF651A35DF3154DB01328AF51148DAE" ma:contentTypeVersion="0" ma:contentTypeDescription="Ein neues Dokument erstellen." ma:contentTypeScope="" ma:versionID="d3e4c2a2c8eb27d51afc5f2b89c2d0f7">
  <xsd:schema xmlns:xsd="http://www.w3.org/2001/XMLSchema" xmlns:xs="http://www.w3.org/2001/XMLSchema" xmlns:p="http://schemas.microsoft.com/office/2006/metadata/properties" xmlns:ns2="1a8d9a65-8471-4209-a900-f8e11db75e0a" xmlns:ns3="08b0a3ee-3d2a-451c-9a1a-7e5d5b0c9c77" xmlns:ns4="dde413db-0745-4f3a-8dca-564dc7ff6f7d" targetNamespace="http://schemas.microsoft.com/office/2006/metadata/properties" ma:root="true" ma:fieldsID="6e1822d916fe321090dffa8ffe9fb58e" ns2:_="" ns3:_="" ns4:_="">
    <xsd:import namespace="1a8d9a65-8471-4209-a900-f8e11db75e0a"/>
    <xsd:import namespace="08b0a3ee-3d2a-451c-9a1a-7e5d5b0c9c77"/>
    <xsd:import namespace="dde413db-0745-4f3a-8dca-564dc7ff6f7d"/>
    <xsd:element name="properties">
      <xsd:complexType>
        <xsd:sequence>
          <xsd:element name="documentManagement">
            <xsd:complexType>
              <xsd:all>
                <xsd:element ref="ns2:WU_x0020_ThemaTaxHTField0" minOccurs="0"/>
                <xsd:element ref="ns3:TaxCatchAll" minOccurs="0"/>
                <xsd:element ref="ns2:DokumentenartTaxHTField0" minOccurs="0"/>
                <xsd:element ref="ns4:Beschreibung" minOccurs="0"/>
                <xsd:element ref="ns4:Format" minOccurs="0"/>
                <xsd:element ref="ns4:Kategori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8d9a65-8471-4209-a900-f8e11db75e0a" elementFormDefault="qualified">
    <xsd:import namespace="http://schemas.microsoft.com/office/2006/documentManagement/types"/>
    <xsd:import namespace="http://schemas.microsoft.com/office/infopath/2007/PartnerControls"/>
    <xsd:element name="WU_x0020_ThemaTaxHTField0" ma:index="9" nillable="true" ma:taxonomy="true" ma:internalName="WU_x0020_ThemaTaxHTField0" ma:taxonomyFieldName="WU_x0020_Thema" ma:displayName="Schlagwort" ma:default="" ma:fieldId="{a2eb3201-e251-4055-97e9-466604fc777f}" ma:taxonomyMulti="true" ma:sspId="59da4ae5-1217-4de6-bd64-b7a740f353bb" ma:termSetId="c1edca97-812b-4584-b6b5-1e5cade81cae" ma:anchorId="00000000-0000-0000-0000-000000000000" ma:open="true" ma:isKeyword="false">
      <xsd:complexType>
        <xsd:sequence>
          <xsd:element ref="pc:Terms" minOccurs="0" maxOccurs="1"/>
        </xsd:sequence>
      </xsd:complexType>
    </xsd:element>
    <xsd:element name="DokumentenartTaxHTField0" ma:index="12" nillable="true" ma:taxonomy="true" ma:internalName="DokumentenartTaxHTField0" ma:taxonomyFieldName="Dokumentenart" ma:displayName="Dokumentenart" ma:default="" ma:fieldId="{0f2e647f-32b7-4850-b6be-ae358ed71e70}" ma:taxonomyMulti="true" ma:sspId="59da4ae5-1217-4de6-bd64-b7a740f353bb" ma:termSetId="325756d7-e24e-4b6f-ba71-3f779d34c1ea"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8b0a3ee-3d2a-451c-9a1a-7e5d5b0c9c77" elementFormDefault="qualified">
    <xsd:import namespace="http://schemas.microsoft.com/office/2006/documentManagement/types"/>
    <xsd:import namespace="http://schemas.microsoft.com/office/infopath/2007/PartnerControls"/>
    <xsd:element name="TaxCatchAll" ma:index="10" nillable="true" ma:displayName="Taxonomy Catch All Column" ma:description="" ma:hidden="true" ma:list="{6a103bb8-3913-4e3b-a229-080a76572464}" ma:internalName="TaxCatchAll" ma:showField="CatchAllData" ma:web="08b0a3ee-3d2a-451c-9a1a-7e5d5b0c9c7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de413db-0745-4f3a-8dca-564dc7ff6f7d" elementFormDefault="qualified">
    <xsd:import namespace="http://schemas.microsoft.com/office/2006/documentManagement/types"/>
    <xsd:import namespace="http://schemas.microsoft.com/office/infopath/2007/PartnerControls"/>
    <xsd:element name="Beschreibung" ma:index="13" nillable="true" ma:displayName="Beschreibung" ma:internalName="Beschreibung">
      <xsd:simpleType>
        <xsd:restriction base="dms:Note">
          <xsd:maxLength value="255"/>
        </xsd:restriction>
      </xsd:simpleType>
    </xsd:element>
    <xsd:element name="Format" ma:index="14" nillable="true" ma:displayName="Format" ma:format="Dropdown" ma:internalName="Format">
      <xsd:simpleType>
        <xsd:union memberTypes="dms:Text">
          <xsd:simpleType>
            <xsd:restriction base="dms:Choice">
              <xsd:enumeration value="LaTeX"/>
              <xsd:enumeration value="Office 2003"/>
              <xsd:enumeration value="Office 2007-2013"/>
              <xsd:enumeration value="OpenOffice 3.0"/>
            </xsd:restriction>
          </xsd:simpleType>
        </xsd:union>
      </xsd:simpleType>
    </xsd:element>
    <xsd:element name="Kategorie" ma:index="15" nillable="true" ma:displayName="Kategorie" ma:default="Anleitungen" ma:format="Dropdown" ma:internalName="Kategorie">
      <xsd:simpleType>
        <xsd:union memberTypes="dms:Text">
          <xsd:simpleType>
            <xsd:restriction base="dms:Choice">
              <xsd:enumeration value="Anleitungen"/>
              <xsd:enumeration value="Aushänge für Lift und Tür"/>
              <xsd:enumeration value="Basisvorlagen"/>
              <xsd:enumeration value="Brief-/Faxvorlagen"/>
              <xsd:enumeration value="Einladungen"/>
              <xsd:enumeration value="Etiketten"/>
              <xsd:enumeration value="Musterdateien"/>
              <xsd:enumeration value="Namensschilder"/>
              <xsd:enumeration value="Präsentationen"/>
              <xsd:enumeration value="Skripten-Cover"/>
            </xsd:restriction>
          </xsd:simpleType>
        </xsd:un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Kategorie xmlns="dde413db-0745-4f3a-8dca-564dc7ff6f7d">Präsentationen</Kategorie>
    <Beschreibung xmlns="dde413db-0745-4f3a-8dca-564dc7ff6f7d" xsi:nil="true"/>
    <TaxCatchAll xmlns="08b0a3ee-3d2a-451c-9a1a-7e5d5b0c9c77">
      <Value>266</Value>
      <Value>403</Value>
    </TaxCatchAll>
    <DokumentenartTaxHTField0 xmlns="1a8d9a65-8471-4209-a900-f8e11db75e0a">
      <Terms xmlns="http://schemas.microsoft.com/office/infopath/2007/PartnerControls">
        <TermInfo xmlns="http://schemas.microsoft.com/office/infopath/2007/PartnerControls">
          <TermName xmlns="http://schemas.microsoft.com/office/infopath/2007/PartnerControls">Vorlagen</TermName>
          <TermId xmlns="http://schemas.microsoft.com/office/infopath/2007/PartnerControls">17fc50ed-8ad1-47be-ab12-04243fd74ddb</TermId>
        </TermInfo>
      </Terms>
    </DokumentenartTaxHTField0>
    <WU_x0020_ThemaTaxHTField0 xmlns="1a8d9a65-8471-4209-a900-f8e11db75e0a">
      <Terms xmlns="http://schemas.microsoft.com/office/infopath/2007/PartnerControls">
        <TermInfo xmlns="http://schemas.microsoft.com/office/infopath/2007/PartnerControls">
          <TermName xmlns="http://schemas.microsoft.com/office/infopath/2007/PartnerControls">Corporate Design</TermName>
          <TermId xmlns="http://schemas.microsoft.com/office/infopath/2007/PartnerControls">19895bcd-b158-45ae-ab7b-f5ca217dfcec</TermId>
        </TermInfo>
      </Terms>
    </WU_x0020_ThemaTaxHTField0>
    <Format xmlns="dde413db-0745-4f3a-8dca-564dc7ff6f7d">Office 2007-2013</Format>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B7CE4B5-8694-4864-9DEB-DD19C2262FC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8d9a65-8471-4209-a900-f8e11db75e0a"/>
    <ds:schemaRef ds:uri="08b0a3ee-3d2a-451c-9a1a-7e5d5b0c9c77"/>
    <ds:schemaRef ds:uri="dde413db-0745-4f3a-8dca-564dc7ff6f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D885727-7531-462B-BF71-35AC081F6AA6}">
  <ds:schemaRefs>
    <ds:schemaRef ds:uri="1a8d9a65-8471-4209-a900-f8e11db75e0a"/>
    <ds:schemaRef ds:uri="http://purl.org/dc/terms/"/>
    <ds:schemaRef ds:uri="http://schemas.microsoft.com/office/2006/documentManagement/types"/>
    <ds:schemaRef ds:uri="http://schemas.microsoft.com/office/infopath/2007/PartnerControls"/>
    <ds:schemaRef ds:uri="http://schemas.openxmlformats.org/package/2006/metadata/core-properties"/>
    <ds:schemaRef ds:uri="dde413db-0745-4f3a-8dca-564dc7ff6f7d"/>
    <ds:schemaRef ds:uri="http://purl.org/dc/elements/1.1/"/>
    <ds:schemaRef ds:uri="http://schemas.microsoft.com/office/2006/metadata/properties"/>
    <ds:schemaRef ds:uri="08b0a3ee-3d2a-451c-9a1a-7e5d5b0c9c77"/>
    <ds:schemaRef ds:uri="http://www.w3.org/XML/1998/namespace"/>
    <ds:schemaRef ds:uri="http://purl.org/dc/dcmitype/"/>
  </ds:schemaRefs>
</ds:datastoreItem>
</file>

<file path=customXml/itemProps3.xml><?xml version="1.0" encoding="utf-8"?>
<ds:datastoreItem xmlns:ds="http://schemas.openxmlformats.org/officeDocument/2006/customXml" ds:itemID="{FCBC903A-3A07-4167-A9A9-DAE1967F92B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How to Critique Journal Articles in the Social Sciences</Template>
  <TotalTime>0</TotalTime>
  <Words>1798</Words>
  <Application>Microsoft Office PowerPoint</Application>
  <PresentationFormat>Bildschirmpräsentation (16:9)</PresentationFormat>
  <Paragraphs>189</Paragraphs>
  <Slides>40</Slides>
  <Notes>8</Notes>
  <HiddenSlides>0</HiddenSlides>
  <MMClips>0</MMClips>
  <ScaleCrop>false</ScaleCrop>
  <HeadingPairs>
    <vt:vector size="6" baseType="variant">
      <vt:variant>
        <vt:lpstr>Verwendete Schriftarten</vt:lpstr>
      </vt:variant>
      <vt:variant>
        <vt:i4>5</vt:i4>
      </vt:variant>
      <vt:variant>
        <vt:lpstr>Design</vt:lpstr>
      </vt:variant>
      <vt:variant>
        <vt:i4>3</vt:i4>
      </vt:variant>
      <vt:variant>
        <vt:lpstr>Folientitel</vt:lpstr>
      </vt:variant>
      <vt:variant>
        <vt:i4>40</vt:i4>
      </vt:variant>
    </vt:vector>
  </HeadingPairs>
  <TitlesOfParts>
    <vt:vector size="48" baseType="lpstr">
      <vt:lpstr>Arial</vt:lpstr>
      <vt:lpstr>Calibri</vt:lpstr>
      <vt:lpstr>Georgia</vt:lpstr>
      <vt:lpstr>Verdana</vt:lpstr>
      <vt:lpstr>Wingdings</vt:lpstr>
      <vt:lpstr>WU 16:9</vt:lpstr>
      <vt:lpstr>Benutzerdefiniertes Design</vt:lpstr>
      <vt:lpstr>UniOfSurrey-PowerPointMasterStandardWidth</vt:lpstr>
      <vt:lpstr>Introduction to Marketing Analytics – A Refresher in Statistics</vt:lpstr>
      <vt:lpstr>Overview</vt:lpstr>
      <vt:lpstr>Introductory Example</vt:lpstr>
      <vt:lpstr>Tico Taco’s super taco option  </vt:lpstr>
      <vt:lpstr>Why Marketing Analytics?</vt:lpstr>
      <vt:lpstr>Link to Marketing Theory</vt:lpstr>
      <vt:lpstr>Two Types of Statistics</vt:lpstr>
      <vt:lpstr>Illustration of Primary Scales</vt:lpstr>
      <vt:lpstr>Illustration of Primary Scales II</vt:lpstr>
      <vt:lpstr>Primary Scales of Measurement</vt:lpstr>
      <vt:lpstr>Descriptive Statistics</vt:lpstr>
      <vt:lpstr>Central tendency: the mode</vt:lpstr>
      <vt:lpstr>Central tendency: the median</vt:lpstr>
      <vt:lpstr>Central tendency: the mean</vt:lpstr>
      <vt:lpstr>The dispersion: range</vt:lpstr>
      <vt:lpstr>Deviance</vt:lpstr>
      <vt:lpstr>Sum of squared errors, SS</vt:lpstr>
      <vt:lpstr>Standard deviation</vt:lpstr>
      <vt:lpstr>Same mean, different sd</vt:lpstr>
      <vt:lpstr>The normal distribution</vt:lpstr>
      <vt:lpstr>Probability density function of a normal distribution</vt:lpstr>
      <vt:lpstr>Inductive Statistics</vt:lpstr>
      <vt:lpstr>Why do we need Inductive Statistics?</vt:lpstr>
      <vt:lpstr>Why do we need Inductive Statistics?</vt:lpstr>
      <vt:lpstr>Why do we need Inductive Statistics?</vt:lpstr>
      <vt:lpstr>What is a Hypothesis?</vt:lpstr>
      <vt:lpstr>Process of Hypothesis Testing</vt:lpstr>
      <vt:lpstr>Step 1: Formulating Hypotheses</vt:lpstr>
      <vt:lpstr>Example</vt:lpstr>
      <vt:lpstr>Example – Sample Means</vt:lpstr>
      <vt:lpstr>Step 2: Select an Appropriate Test</vt:lpstr>
      <vt:lpstr>Step 3: Choose the Level of Signficance</vt:lpstr>
      <vt:lpstr>Step 3: Choose the Level of Signficance</vt:lpstr>
      <vt:lpstr>Step 3: Choose the Level of Significance</vt:lpstr>
      <vt:lpstr>Step 3: Choose the Level of Significance</vt:lpstr>
      <vt:lpstr>Step 4, 5 and 6: Calculate Test Statistic and Probability of Test Statistic</vt:lpstr>
      <vt:lpstr>Step 4, 5 and 6: Calculate Test Statistic and Probability of Test Statistic</vt:lpstr>
      <vt:lpstr>Take-Aways</vt:lpstr>
      <vt:lpstr>Take-Aways</vt:lpstr>
      <vt:lpstr>Thank you! </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2017-02-28T11:43:33Z</dcterms:created>
  <dcterms:modified xsi:type="dcterms:W3CDTF">2023-10-30T10:12:22Z</dcterms:modified>
  <cp:category>Präsentationsvorlage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0x010100BCF651A35DF3154DB01328AF51148DAE</vt:lpwstr>
  </property>
  <property fmtid="{D5CDD505-2E9C-101B-9397-08002B2CF9AE}" pid="3" name="WU Thema">
    <vt:lpwstr>403;#Corporate Design|19895bcd-b158-45ae-ab7b-f5ca217dfcec</vt:lpwstr>
  </property>
  <property fmtid="{D5CDD505-2E9C-101B-9397-08002B2CF9AE}" pid="4" name="Dokumentenart">
    <vt:lpwstr>266;#Vorlagen|17fc50ed-8ad1-47be-ab12-04243fd74ddb</vt:lpwstr>
  </property>
</Properties>
</file>